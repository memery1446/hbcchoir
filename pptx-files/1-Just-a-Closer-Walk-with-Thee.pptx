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9" roundtripDataSignature="AMtx7mjMhRjeqvohOvlMQa70eEse6CN4Y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customschemas.google.com/relationships/presentationmetadata" Target="meta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layout with centered title and subtitle placeholders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666699"/>
            </a:gs>
            <a:gs pos="100000">
              <a:srgbClr val="4C4C73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"/>
          <p:cNvSpPr txBox="1"/>
          <p:nvPr>
            <p:ph type="ctrTitle"/>
          </p:nvPr>
        </p:nvSpPr>
        <p:spPr>
          <a:xfrm>
            <a:off x="457200" y="2438400"/>
            <a:ext cx="81534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0" lang="en-US" sz="4800" u="sng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Just a Closer Walk with Thee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>
            <p:ph idx="1" type="subTitle"/>
          </p:nvPr>
        </p:nvSpPr>
        <p:spPr>
          <a:xfrm>
            <a:off x="723900" y="4191000"/>
            <a:ext cx="7696200" cy="2362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and Music: Anonymous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Words and Music public domain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696200" y="5943600"/>
            <a:ext cx="129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am weak but Thou art strong</a:t>
            </a:r>
            <a:b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Jesus, keep me from all wrong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 txBox="1"/>
          <p:nvPr>
            <p:ph type="title"/>
          </p:nvPr>
        </p:nvSpPr>
        <p:spPr>
          <a:xfrm>
            <a:off x="152400" y="274637"/>
            <a:ext cx="88392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i="0" lang="en-US" sz="4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I’ll be satisfied as long</a:t>
            </a:r>
            <a:br>
              <a:rPr i="0" lang="en-US" sz="4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4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As I walk, let me walk close to Thee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 txBox="1"/>
          <p:nvPr>
            <p:ph type="title"/>
          </p:nvPr>
        </p:nvSpPr>
        <p:spPr>
          <a:xfrm>
            <a:off x="457200" y="274637"/>
            <a:ext cx="82296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Just a closer walk with Thee</a:t>
            </a:r>
            <a:b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Grant it, Jesus, is my plea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 txBox="1"/>
          <p:nvPr>
            <p:ph type="title"/>
          </p:nvPr>
        </p:nvSpPr>
        <p:spPr>
          <a:xfrm>
            <a:off x="457200" y="274637"/>
            <a:ext cx="82296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Daily walking close to Thee</a:t>
            </a:r>
            <a:b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it be, dear Lord, let it be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152400" y="152400"/>
            <a:ext cx="8839200" cy="647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i="0" lang="en-US" sz="4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Thro’ this world of toil and snares</a:t>
            </a:r>
            <a:br>
              <a:rPr i="0" lang="en-US" sz="4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4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If I falter, Lord, who cares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7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 with me my burden shares</a:t>
            </a:r>
            <a:b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None but Thee, dear Lord</a:t>
            </a:r>
            <a:b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none but Thee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/>
          <p:nvPr>
            <p:ph type="title"/>
          </p:nvPr>
        </p:nvSpPr>
        <p:spPr>
          <a:xfrm>
            <a:off x="457200" y="274637"/>
            <a:ext cx="8229600" cy="62785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Just a closer walk with Thee</a:t>
            </a:r>
            <a:b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Grant it, Jesus, is my plea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457200" y="274637"/>
            <a:ext cx="82296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Daily walking close to Thee</a:t>
            </a:r>
            <a:b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it be, dear Lord, let it be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When my feeble life is o’er</a:t>
            </a:r>
            <a:b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Time for me will be no more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Arial"/>
              <a:buNone/>
            </a:pPr>
            <a:r>
              <a:rPr i="0" lang="en-US" sz="4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Guide me gently, safely o’er</a:t>
            </a:r>
            <a:br>
              <a:rPr i="0" lang="en-US" sz="4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42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To Thy kingdom shore, to Thy shore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Just a closer walk with Thee</a:t>
            </a:r>
            <a:b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Grant it, Jesus, is my plea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424242"/>
            </a:gs>
            <a:gs pos="100000">
              <a:srgbClr val="010101"/>
            </a:gs>
          </a:gsLst>
          <a:lin ang="5400012" scaled="0"/>
        </a:gra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Daily walking close to Thee</a:t>
            </a:r>
            <a:b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48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it be, dear Lord, let it be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BBE0E3"/>
      </a:accent4>
      <a:accent5>
        <a:srgbClr val="333399"/>
      </a:accent5>
      <a:accent6>
        <a:srgbClr val="FFFFFF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