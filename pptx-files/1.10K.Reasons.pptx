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141640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cd1416401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d141640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d1416401c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d141640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cd1416401c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d141640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d1416401c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a2ffb9a2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a2ffb9a21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5563b77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5563b77d6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2ffb9a2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a2ffb9a21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5563b77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75563b77d6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5563b77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75563b77d6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5563b77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5563b77d6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5563b77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75563b77d6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563b77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5563b77d6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a2ffb9a2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a2ffb9a21_0_1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5563b77d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75563b77d6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a2ffb9a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6a2ffb9a2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5563b77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5563b77d6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5563b77d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5563b77d6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5563b77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5563b77d6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5563b77d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75563b77d6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5563b77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5563b77d6_0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2ffb9a2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a2ffb9a21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5563b77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75563b77d6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a2ffb9a2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a2ffb9a21_0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5563b77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5563b77d6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5563b77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75563b77d6_0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5563b77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75563b77d6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5563b77d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5563b77d6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5563b77d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75563b77d6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5563b77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75563b77d6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5563b77d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75563b77d6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5563b77d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5563b77d6_0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5563b77d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75563b77d6_0_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1</a:t>
            </a:r>
            <a:r>
              <a:rPr b="1" lang="en">
                <a:solidFill>
                  <a:schemeClr val="lt1"/>
                </a:solidFill>
              </a:rPr>
              <a:t>0,000 Reasons/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Bless The Lord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79900"/>
            <a:ext cx="8520600" cy="18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Words and music by Jonas Myrin and Matt Redman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© Copyright 2011, 2013 SHOUT! Music Publishing (APRA) Administered b</a:t>
            </a:r>
            <a:r>
              <a:rPr lang="en" sz="1800">
                <a:solidFill>
                  <a:schemeClr val="lt1"/>
                </a:solidFill>
              </a:rPr>
              <a:t>y</a:t>
            </a:r>
            <a:r>
              <a:rPr lang="en" sz="1800">
                <a:solidFill>
                  <a:schemeClr val="lt1"/>
                </a:solidFill>
              </a:rPr>
              <a:t> CapitolCMGPublishing.com All rights reserved.</a:t>
            </a:r>
            <a:r>
              <a:rPr lang="en" sz="2200">
                <a:solidFill>
                  <a:schemeClr val="lt1"/>
                </a:solidFill>
              </a:rPr>
              <a:t> </a:t>
            </a:r>
            <a:r>
              <a:rPr lang="en" sz="2000">
                <a:solidFill>
                  <a:schemeClr val="lt1"/>
                </a:solidFill>
              </a:rPr>
              <a:t>CCLI # 155095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</a:rPr>
              <a:t>Bless the Lord,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</a:rPr>
              <a:t>O my soul,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</a:rPr>
              <a:t>O my soul;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The sun comes up,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a new day dawning,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time to sing your song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Whatever may pass,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whatever lies before 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L</a:t>
            </a:r>
            <a:r>
              <a:rPr b="1" lang="en" sz="5900">
                <a:solidFill>
                  <a:schemeClr val="lt1"/>
                </a:solidFill>
              </a:rPr>
              <a:t>et me be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the evening comes.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You’re rich in love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you’re slow to anger,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name is great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your heart is kind.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all your goodness,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 will keep on singing: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reasons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my heart to find.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on that day,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my strength is failing,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he end draws near,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my time has come;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Still, my soul will sing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praise unending: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years,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then forever more.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