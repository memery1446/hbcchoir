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ODVxUC2IDiCYyuwerCzYpou+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a5045f3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7a5045f3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4f0811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7c4f0811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5045f32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7a5045f32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a5045f3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7a5045f32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4f08112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7c4f08112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c4f0811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7c4f08112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4f08112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c4f08112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4f0811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7c4f08112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c4f08112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7c4f08112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c4f08112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7c4f08112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c4f08112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c4f08112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c4f08112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7c4f081121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a5045f32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7a5045f32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a5045f32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7a5045f32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a5045f32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a5045f328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a5045f32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7a5045f32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c43711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7c437112c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</a:rPr>
              <a:t>Come, Now Is the Time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Brian Doerksen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1998 Vineyard Songs (UK/Eire) (PRS) (admin. in North America by Music Services, Inc.). All rights reserved. Used by permission.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30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 to worship.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a5045f328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give your heart.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to worship.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c4f081121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before your </a:t>
            </a:r>
            <a:r>
              <a:rPr b="1" lang="en-US" sz="5900">
                <a:solidFill>
                  <a:schemeClr val="lt1"/>
                </a:solidFill>
              </a:rPr>
              <a:t>God,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tongue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will confess You are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a5045f328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knee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will bow.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the greatest treasure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remains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those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a5045f328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gladly choose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now.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c4f081121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 to worship.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4f081121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now is the time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give your heart.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c4f081121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to worship.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4f081121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 before your </a:t>
            </a:r>
            <a:r>
              <a:rPr b="1" lang="en-US" sz="5900">
                <a:solidFill>
                  <a:schemeClr val="lt1"/>
                </a:solidFill>
              </a:rPr>
              <a:t>God,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4f081121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tongue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will confess You are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4f081121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knee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will bow.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4f081121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the greatest treasure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remains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those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c4f081121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gladly choose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now.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a5045f328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tongue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will confess You are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a5045f328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One day ev’ry knee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will bow.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a5045f328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the greatest treasure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remains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those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a5045f328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gladly choose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now.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c437112ca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Come,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just as you are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