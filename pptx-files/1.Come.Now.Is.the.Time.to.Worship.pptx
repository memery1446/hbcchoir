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9.xml"/>
  <Override ContentType="application/vnd.openxmlformats-officedocument.presentationml.slideMaster+xml" PartName="/ppt/slideMasters/slideMaster11.xml"/>
  <Override ContentType="application/vnd.openxmlformats-officedocument.presentationml.slideMaster+xml" PartName="/ppt/slideMasters/slideMaster12.xml"/>
  <Override ContentType="application/vnd.openxmlformats-officedocument.presentationml.slideMaster+xml" PartName="/ppt/slideMasters/slideMaster10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6.xml"/>
  <Override ContentType="application/vnd.openxmlformats-officedocument.theme+xml" PartName="/ppt/theme/theme3.xml"/>
  <Override ContentType="application/vnd.openxmlformats-officedocument.theme+xml" PartName="/ppt/theme/theme11.xml"/>
  <Override ContentType="application/vnd.openxmlformats-officedocument.theme+xml" PartName="/ppt/theme/theme5.xml"/>
  <Override ContentType="application/vnd.openxmlformats-officedocument.theme+xml" PartName="/ppt/theme/theme9.xml"/>
  <Override ContentType="application/vnd.openxmlformats-officedocument.theme+xml" PartName="/ppt/theme/theme13.xml"/>
  <Override ContentType="application/vnd.openxmlformats-officedocument.theme+xml" PartName="/ppt/theme/theme7.xml"/>
  <Override ContentType="application/vnd.openxmlformats-officedocument.theme+xml" PartName="/ppt/theme/theme2.xml"/>
  <Override ContentType="application/vnd.openxmlformats-officedocument.theme+xml" PartName="/ppt/theme/theme4.xml"/>
  <Override ContentType="application/vnd.openxmlformats-officedocument.theme+xml" PartName="/ppt/theme/theme8.xml"/>
  <Override ContentType="application/vnd.openxmlformats-officedocument.theme+xml" PartName="/ppt/theme/theme10.xml"/>
  <Override ContentType="application/vnd.openxmlformats-officedocument.theme+xml" PartName="/ppt/theme/theme1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0" r:id="rId5"/>
    <p:sldMasterId id="2147483652" r:id="rId6"/>
    <p:sldMasterId id="2147483653" r:id="rId7"/>
    <p:sldMasterId id="2147483655" r:id="rId8"/>
    <p:sldMasterId id="2147483657" r:id="rId9"/>
    <p:sldMasterId id="2147483659" r:id="rId10"/>
    <p:sldMasterId id="2147483661" r:id="rId11"/>
    <p:sldMasterId id="2147483663" r:id="rId12"/>
    <p:sldMasterId id="2147483665" r:id="rId13"/>
    <p:sldMasterId id="2147483667" r:id="rId14"/>
    <p:sldMasterId id="2147483669" r:id="rId15"/>
  </p:sldMasterIdLst>
  <p:notesMasterIdLst>
    <p:notesMasterId r:id="rId16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1" roundtripDataSignature="AMtx7minvXmVkS4gvv/dBhf4jf9/Sln2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4.xml"/><Relationship Id="rId22" Type="http://schemas.openxmlformats.org/officeDocument/2006/relationships/slide" Target="slides/slide6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3" Type="http://schemas.openxmlformats.org/officeDocument/2006/relationships/slide" Target="slides/slide7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26" Type="http://schemas.openxmlformats.org/officeDocument/2006/relationships/slide" Target="slides/slide10.xml"/><Relationship Id="rId25" Type="http://schemas.openxmlformats.org/officeDocument/2006/relationships/slide" Target="slides/slide9.xml"/><Relationship Id="rId28" Type="http://schemas.openxmlformats.org/officeDocument/2006/relationships/slide" Target="slides/slide12.xml"/><Relationship Id="rId27" Type="http://schemas.openxmlformats.org/officeDocument/2006/relationships/slide" Target="slides/slide1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31" Type="http://customschemas.google.com/relationships/presentationmetadata" Target="metadata"/><Relationship Id="rId30" Type="http://schemas.openxmlformats.org/officeDocument/2006/relationships/slide" Target="slides/slide14.xml"/><Relationship Id="rId11" Type="http://schemas.openxmlformats.org/officeDocument/2006/relationships/slideMaster" Target="slideMasters/slideMaster8.xml"/><Relationship Id="rId10" Type="http://schemas.openxmlformats.org/officeDocument/2006/relationships/slideMaster" Target="slideMasters/slideMaster7.xml"/><Relationship Id="rId13" Type="http://schemas.openxmlformats.org/officeDocument/2006/relationships/slideMaster" Target="slideMasters/slideMaster10.xml"/><Relationship Id="rId12" Type="http://schemas.openxmlformats.org/officeDocument/2006/relationships/slideMaster" Target="slideMasters/slideMaster9.xml"/><Relationship Id="rId15" Type="http://schemas.openxmlformats.org/officeDocument/2006/relationships/slideMaster" Target="slideMasters/slideMaster12.xml"/><Relationship Id="rId14" Type="http://schemas.openxmlformats.org/officeDocument/2006/relationships/slideMaster" Target="slideMasters/slideMaster11.xml"/><Relationship Id="rId17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9" Type="http://schemas.openxmlformats.org/officeDocument/2006/relationships/slide" Target="slides/slide3.xml"/><Relationship Id="rId1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lvl="3" algn="ctr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lvl="4" algn="ctr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1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3"/>
          <p:cNvSpPr txBox="1"/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3"/>
          <p:cNvSpPr txBox="1"/>
          <p:nvPr>
            <p:ph idx="1" type="body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7"/>
          <p:cNvSpPr txBox="1"/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" type="body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0" name="Google Shape;80;p27"/>
          <p:cNvSpPr txBox="1"/>
          <p:nvPr>
            <p:ph idx="2" type="body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3" type="body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82" name="Google Shape;82;p27"/>
          <p:cNvSpPr txBox="1"/>
          <p:nvPr>
            <p:ph idx="4" type="body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2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9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29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9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1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31"/>
          <p:cNvSpPr txBox="1"/>
          <p:nvPr>
            <p:ph idx="1" type="body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05" name="Google Shape;105;p31"/>
          <p:cNvSpPr txBox="1"/>
          <p:nvPr>
            <p:ph idx="2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06" name="Google Shape;106;p31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31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1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3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3"/>
          <p:cNvSpPr/>
          <p:nvPr>
            <p:ph idx="2" type="pic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33"/>
          <p:cNvSpPr txBox="1"/>
          <p:nvPr>
            <p:ph idx="1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indent="-228600" lvl="1" marL="9144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19" name="Google Shape;119;p33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3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3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5"/>
          <p:cNvSpPr txBox="1"/>
          <p:nvPr>
            <p:ph idx="1" type="body"/>
          </p:nvPr>
        </p:nvSpPr>
        <p:spPr>
          <a:xfrm rot="5400000">
            <a:off x="2309019" y="-251619"/>
            <a:ext cx="452596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1" name="Google Shape;131;p3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3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4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13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theme" Target="../theme/theme9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5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10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8.xml"/></Relationships>
</file>

<file path=ppt/slideMasters/_rels/slideMaster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11.xml"/></Relationships>
</file>

<file path=ppt/slideMasters/_rels/slideMaster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/Relationships>
</file>

<file path=ppt/slideMasters/_rels/slideMaster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3.xml"/></Relationships>
</file>

<file path=ppt/slideMasters/_rels/slideMaster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7.xml"/></Relationships>
</file>

<file path=ppt/slideMasters/_rels/slideMaster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19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19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19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20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8" name="Google Shape;48;p22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9" name="Google Shape;49;p22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22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22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24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24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24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26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2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2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2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8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28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2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8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8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0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30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p30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0" name="Google Shape;100;p30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1" name="Google Shape;101;p30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4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2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1" name="Google Shape;111;p32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p32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32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4" name="Google Shape;114;p32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6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4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4" name="Google Shape;124;p34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5" name="Google Shape;125;p34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6" name="Google Shape;126;p34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34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B9003C"/>
            </a:gs>
            <a:gs pos="100000">
              <a:srgbClr val="5B001D"/>
            </a:gs>
          </a:gsLst>
          <a:lin ang="5400000" scaled="0"/>
        </a:gra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6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7" name="Google Shape;137;p3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8" name="Google Shape;138;p3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9" name="Google Shape;139;p3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"/>
          <p:cNvSpPr txBox="1"/>
          <p:nvPr>
            <p:ph type="ctrTitle"/>
          </p:nvPr>
        </p:nvSpPr>
        <p:spPr>
          <a:xfrm>
            <a:off x="685800" y="2286000"/>
            <a:ext cx="7772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1" i="0" lang="en-US" sz="5400" u="sng">
                <a:solidFill>
                  <a:schemeClr val="dk1"/>
                </a:solidFill>
              </a:rPr>
              <a:t>Come, Now Is the Time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51" name="Google Shape;151;p1"/>
          <p:cNvSpPr txBox="1"/>
          <p:nvPr>
            <p:ph idx="1" type="subTitle"/>
          </p:nvPr>
        </p:nvSpPr>
        <p:spPr>
          <a:xfrm>
            <a:off x="800100" y="4038600"/>
            <a:ext cx="7543800" cy="25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latin typeface="Arial"/>
                <a:ea typeface="Arial"/>
                <a:cs typeface="Arial"/>
                <a:sym typeface="Arial"/>
              </a:rPr>
              <a:t>Words and Music by Brian Doerksen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latin typeface="Arial"/>
                <a:ea typeface="Arial"/>
                <a:cs typeface="Arial"/>
                <a:sym typeface="Arial"/>
              </a:rPr>
              <a:t>© Copyright 1998 Vineyard Songs (UK/Eire) (PRS) (admin. in North America by Music Services, Inc.). All rights reserved. Used by permission.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en-US" sz="1800" u="none">
                <a:latin typeface="Arial"/>
                <a:ea typeface="Arial"/>
                <a:cs typeface="Arial"/>
                <a:sym typeface="Arial"/>
              </a:rPr>
              <a:t>CCLI #</a:t>
            </a:r>
            <a:r>
              <a:rPr lang="en-US" sz="1800"/>
              <a:t>155095</a:t>
            </a:r>
            <a:endParaRPr/>
          </a:p>
        </p:txBody>
      </p:sp>
      <p:sp>
        <p:nvSpPr>
          <p:cNvPr id="152" name="Google Shape;152;p1"/>
          <p:cNvSpPr txBox="1"/>
          <p:nvPr/>
        </p:nvSpPr>
        <p:spPr>
          <a:xfrm>
            <a:off x="7848600" y="6034087"/>
            <a:ext cx="12954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30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i="0" lang="en-US" sz="4600" u="none">
                <a:solidFill>
                  <a:schemeClr val="dk1"/>
                </a:solidFill>
              </a:rPr>
              <a:t>Come, now is the time </a:t>
            </a:r>
            <a:endParaRPr b="1" i="0" sz="46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i="0" lang="en-US" sz="4600" u="none">
                <a:solidFill>
                  <a:schemeClr val="dk1"/>
                </a:solidFill>
              </a:rPr>
              <a:t>to worship</a:t>
            </a:r>
            <a:br>
              <a:rPr b="1" i="0" lang="en-US" sz="4600" u="none">
                <a:solidFill>
                  <a:schemeClr val="dk1"/>
                </a:solidFill>
              </a:rPr>
            </a:br>
            <a:r>
              <a:rPr b="1" i="0" lang="en-US" sz="4600" u="none">
                <a:solidFill>
                  <a:schemeClr val="dk1"/>
                </a:solidFill>
              </a:rPr>
              <a:t>Come, now is the time</a:t>
            </a:r>
            <a:br>
              <a:rPr b="1" i="0" lang="en-US" sz="4600" u="none">
                <a:solidFill>
                  <a:schemeClr val="dk1"/>
                </a:solidFill>
              </a:rPr>
            </a:br>
            <a:r>
              <a:rPr b="1" i="0" lang="en-US" sz="4600" u="none">
                <a:solidFill>
                  <a:schemeClr val="dk1"/>
                </a:solidFill>
              </a:rPr>
              <a:t>to give your heart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"/>
          <p:cNvSpPr txBox="1"/>
          <p:nvPr>
            <p:ph type="title"/>
          </p:nvPr>
        </p:nvSpPr>
        <p:spPr>
          <a:xfrm>
            <a:off x="152400" y="274637"/>
            <a:ext cx="8839200" cy="62785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Come, just as you are </a:t>
            </a:r>
            <a:endParaRPr b="1" i="0" sz="44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to worship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Come, just as you are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before your God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One day ev’ry tongue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will confess You are God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One day ev’ry knee will bow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Still the greatest treasure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remains for those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who gladly choose You now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"/>
          <p:cNvSpPr txBox="1"/>
          <p:nvPr>
            <p:ph type="title"/>
          </p:nvPr>
        </p:nvSpPr>
        <p:spPr>
          <a:xfrm>
            <a:off x="152400" y="152400"/>
            <a:ext cx="89916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i="0" lang="en-US" sz="4600" u="none">
                <a:solidFill>
                  <a:schemeClr val="dk1"/>
                </a:solidFill>
              </a:rPr>
              <a:t>Come, now is the time </a:t>
            </a:r>
            <a:endParaRPr b="1" i="0" sz="46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Font typeface="Arial"/>
              <a:buNone/>
            </a:pPr>
            <a:r>
              <a:rPr b="1" i="0" lang="en-US" sz="4600" u="none">
                <a:solidFill>
                  <a:schemeClr val="dk1"/>
                </a:solidFill>
              </a:rPr>
              <a:t>to worship</a:t>
            </a:r>
            <a:br>
              <a:rPr b="1" i="0" lang="en-US" sz="4600" u="none">
                <a:solidFill>
                  <a:schemeClr val="dk1"/>
                </a:solidFill>
              </a:rPr>
            </a:br>
            <a:r>
              <a:rPr b="1" i="0" lang="en-US" sz="4600" u="none">
                <a:solidFill>
                  <a:schemeClr val="dk1"/>
                </a:solidFill>
              </a:rPr>
              <a:t>Come, now is the time</a:t>
            </a:r>
            <a:br>
              <a:rPr b="1" i="0" lang="en-US" sz="4600" u="none">
                <a:solidFill>
                  <a:schemeClr val="dk1"/>
                </a:solidFill>
              </a:rPr>
            </a:br>
            <a:r>
              <a:rPr b="1" i="0" lang="en-US" sz="4600" u="none">
                <a:solidFill>
                  <a:schemeClr val="dk1"/>
                </a:solidFill>
              </a:rPr>
              <a:t>to give your heart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Come, just as you are </a:t>
            </a:r>
            <a:endParaRPr b="1" i="0" sz="44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to worship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Come, just as you are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before your God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One day ev’ry tongue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will confess You are God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One day ev’ry knee will bow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Still the greatest treasure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remains for those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who gladly choose You now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One day ev’ry tongue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will confess You are God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One day ev’ry knee will bow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 txBox="1"/>
          <p:nvPr>
            <p:ph type="title"/>
          </p:nvPr>
        </p:nvSpPr>
        <p:spPr>
          <a:xfrm>
            <a:off x="228600" y="152400"/>
            <a:ext cx="86868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Still the greatest treasure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remains for those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who gladly choose You now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"/>
          <p:cNvSpPr txBox="1"/>
          <p:nvPr>
            <p:ph type="title"/>
          </p:nvPr>
        </p:nvSpPr>
        <p:spPr>
          <a:xfrm>
            <a:off x="152400" y="152400"/>
            <a:ext cx="87630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Come, now is the time </a:t>
            </a:r>
            <a:endParaRPr b="1" i="0" sz="44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to worship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Come, now is the time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to give your heart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3"/>
          <p:cNvSpPr txBox="1"/>
          <p:nvPr>
            <p:ph type="title"/>
          </p:nvPr>
        </p:nvSpPr>
        <p:spPr>
          <a:xfrm>
            <a:off x="152400" y="152400"/>
            <a:ext cx="87630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Come, just as you are </a:t>
            </a:r>
            <a:endParaRPr b="1" i="0" sz="4400" u="none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4400" u="none">
                <a:solidFill>
                  <a:schemeClr val="dk1"/>
                </a:solidFill>
              </a:rPr>
              <a:t>to worship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Come, just as you are</a:t>
            </a:r>
            <a:br>
              <a:rPr b="1" i="0" lang="en-US" sz="4400" u="none">
                <a:solidFill>
                  <a:schemeClr val="dk1"/>
                </a:solidFill>
              </a:rPr>
            </a:br>
            <a:r>
              <a:rPr b="1" i="0" lang="en-US" sz="4400" u="none">
                <a:solidFill>
                  <a:schemeClr val="dk1"/>
                </a:solidFill>
              </a:rPr>
              <a:t>before your God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4800" u="none">
                <a:solidFill>
                  <a:schemeClr val="dk1"/>
                </a:solidFill>
              </a:rPr>
              <a:t>Come </a:t>
            </a:r>
            <a:r>
              <a:rPr b="1" i="1" lang="en-US" sz="4000" u="none">
                <a:solidFill>
                  <a:schemeClr val="dk1"/>
                </a:solidFill>
              </a:rPr>
              <a:t>(just as you are)</a:t>
            </a:r>
            <a:r>
              <a:rPr b="1" i="0" lang="en-US" sz="4800" u="none">
                <a:solidFill>
                  <a:schemeClr val="dk1"/>
                </a:solidFill>
              </a:rPr>
              <a:t> 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 Come </a:t>
            </a:r>
            <a:r>
              <a:rPr b="1" i="1" lang="en-US" sz="4000" u="none">
                <a:solidFill>
                  <a:schemeClr val="dk1"/>
                </a:solidFill>
              </a:rPr>
              <a:t>(just as you are)</a:t>
            </a:r>
            <a:r>
              <a:rPr b="1" i="0" lang="en-US" sz="4800" u="none">
                <a:solidFill>
                  <a:schemeClr val="dk1"/>
                </a:solidFill>
              </a:rPr>
              <a:t> 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 Come </a:t>
            </a:r>
            <a:r>
              <a:rPr b="1" i="1" lang="en-US" sz="4000" u="none">
                <a:solidFill>
                  <a:schemeClr val="dk1"/>
                </a:solidFill>
              </a:rPr>
              <a:t>(just as you are)</a:t>
            </a:r>
            <a:r>
              <a:rPr b="1" i="0" lang="en-US" sz="4800" u="none">
                <a:solidFill>
                  <a:schemeClr val="dk1"/>
                </a:solidFill>
              </a:rPr>
              <a:t> </a:t>
            </a:r>
            <a:br>
              <a:rPr b="1" i="0" lang="en-US" sz="4800" u="none">
                <a:solidFill>
                  <a:schemeClr val="dk1"/>
                </a:solidFill>
              </a:rPr>
            </a:br>
            <a:r>
              <a:rPr b="1" i="0" lang="en-US" sz="4800" u="none">
                <a:solidFill>
                  <a:schemeClr val="dk1"/>
                </a:solidFill>
              </a:rPr>
              <a:t>Come</a:t>
            </a:r>
            <a:endParaRPr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8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9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2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5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10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4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3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7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11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6_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  <dc:creator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