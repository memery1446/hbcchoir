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2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3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9.xml"/>
  <Override ContentType="application/vnd.openxmlformats-officedocument.theme+xml" PartName="/ppt/theme/theme13.xml"/>
  <Override ContentType="application/vnd.openxmlformats-officedocument.theme+xml" PartName="/ppt/theme/theme7.xml"/>
  <Override ContentType="application/vnd.openxmlformats-officedocument.theme+xml" PartName="/ppt/theme/theme2.xml"/>
  <Override ContentType="application/vnd.openxmlformats-officedocument.theme+xml" PartName="/ppt/theme/theme4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  <p:sldMasterId id="2147483652" r:id="rId6"/>
    <p:sldMasterId id="2147483653" r:id="rId7"/>
    <p:sldMasterId id="2147483655" r:id="rId8"/>
    <p:sldMasterId id="2147483657" r:id="rId9"/>
    <p:sldMasterId id="2147483659" r:id="rId10"/>
    <p:sldMasterId id="2147483661" r:id="rId11"/>
    <p:sldMasterId id="2147483663" r:id="rId12"/>
    <p:sldMasterId id="2147483665" r:id="rId13"/>
    <p:sldMasterId id="2147483667" r:id="rId14"/>
    <p:sldMasterId id="2147483669" r:id="rId15"/>
  </p:sldMasterIdLst>
  <p:notesMasterIdLst>
    <p:notesMasterId r:id="rId16"/>
  </p:notes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xlupkeDSAnXgUxMEpDqucTqu8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4.xml"/><Relationship Id="rId11" Type="http://schemas.openxmlformats.org/officeDocument/2006/relationships/slideMaster" Target="slideMasters/slideMaster8.xml"/><Relationship Id="rId22" Type="http://schemas.openxmlformats.org/officeDocument/2006/relationships/slide" Target="slides/slide6.xml"/><Relationship Id="rId10" Type="http://schemas.openxmlformats.org/officeDocument/2006/relationships/slideMaster" Target="slideMasters/slideMaster7.xml"/><Relationship Id="rId21" Type="http://schemas.openxmlformats.org/officeDocument/2006/relationships/slide" Target="slides/slide5.xml"/><Relationship Id="rId13" Type="http://schemas.openxmlformats.org/officeDocument/2006/relationships/slideMaster" Target="slideMasters/slideMaster10.xml"/><Relationship Id="rId24" Type="http://customschemas.google.com/relationships/presentationmetadata" Target="metadata"/><Relationship Id="rId12" Type="http://schemas.openxmlformats.org/officeDocument/2006/relationships/slideMaster" Target="slideMasters/slideMaster9.xml"/><Relationship Id="rId23" Type="http://schemas.openxmlformats.org/officeDocument/2006/relationships/slide" Target="slides/slide7.xml"/><Relationship Id="rId1" Type="http://schemas.openxmlformats.org/officeDocument/2006/relationships/theme" Target="theme/theme10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Master" Target="slideMasters/slideMaster12.xml"/><Relationship Id="rId14" Type="http://schemas.openxmlformats.org/officeDocument/2006/relationships/slideMaster" Target="slideMasters/slideMaster11.xml"/><Relationship Id="rId17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3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2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0" name="Google Shape;80;p20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20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5" name="Google Shape;105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6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9" name="Google Shape;119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3" name="Google Shape;143;p3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3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0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1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6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2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12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/Relationships>
</file>

<file path=ppt/slideMasters/_rels/slideMaster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/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2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>
            <p:ph type="ctrTitle"/>
          </p:nvPr>
        </p:nvSpPr>
        <p:spPr>
          <a:xfrm>
            <a:off x="685800" y="22098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dk1"/>
                </a:solidFill>
              </a:rPr>
              <a:t>Come, Thou Fount</a:t>
            </a:r>
            <a:br>
              <a:rPr b="1" i="0" lang="en-US" sz="4800" u="sng">
                <a:solidFill>
                  <a:schemeClr val="dk1"/>
                </a:solidFill>
              </a:rPr>
            </a:br>
            <a:r>
              <a:rPr b="1" i="0" lang="en-US" sz="4800" u="sng">
                <a:solidFill>
                  <a:schemeClr val="dk1"/>
                </a:solidFill>
              </a:rPr>
              <a:t>of Every Blessing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1" name="Google Shape;151;p1"/>
          <p:cNvSpPr txBox="1"/>
          <p:nvPr>
            <p:ph idx="1" type="subTitle"/>
          </p:nvPr>
        </p:nvSpPr>
        <p:spPr>
          <a:xfrm>
            <a:off x="914400" y="4495800"/>
            <a:ext cx="7315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latin typeface="Arial"/>
                <a:ea typeface="Arial"/>
                <a:cs typeface="Arial"/>
                <a:sym typeface="Arial"/>
              </a:rPr>
              <a:t>Words by Robert Robinson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>
                <a:latin typeface="Arial"/>
                <a:ea typeface="Arial"/>
                <a:cs typeface="Arial"/>
                <a:sym typeface="Arial"/>
              </a:rPr>
              <a:t>Music: Traditional American melody; John Wyeth’s </a:t>
            </a:r>
            <a:r>
              <a:rPr b="0" i="1" lang="en-US" sz="2000" u="none">
                <a:latin typeface="Arial"/>
                <a:ea typeface="Arial"/>
                <a:cs typeface="Arial"/>
                <a:sym typeface="Arial"/>
              </a:rPr>
              <a:t>Repository of Sacred Music</a:t>
            </a:r>
            <a:endParaRPr b="0" i="0" sz="2000" u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latin typeface="Arial"/>
                <a:ea typeface="Arial"/>
                <a:cs typeface="Arial"/>
                <a:sym typeface="Arial"/>
              </a:rPr>
              <a:t>Words and Music public domain</a:t>
            </a:r>
            <a:endParaRPr/>
          </a:p>
        </p:txBody>
      </p:sp>
      <p:sp>
        <p:nvSpPr>
          <p:cNvPr id="152" name="Google Shape;152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lang="en-US" sz="2700">
                <a:solidFill>
                  <a:schemeClr val="dk1"/>
                </a:solidFill>
              </a:rPr>
              <a:t>1. </a:t>
            </a:r>
            <a:r>
              <a:rPr b="1" i="0" lang="en-US" sz="3700" u="none">
                <a:solidFill>
                  <a:schemeClr val="dk1"/>
                </a:solidFill>
              </a:rPr>
              <a:t>Come, Thou Fount of every blessing,</a:t>
            </a:r>
            <a:br>
              <a:rPr b="1" i="0" lang="en-US" sz="3900" u="none">
                <a:solidFill>
                  <a:schemeClr val="dk1"/>
                </a:solidFill>
              </a:rPr>
            </a:br>
            <a:r>
              <a:rPr b="1" lang="en-US" sz="3900">
                <a:solidFill>
                  <a:schemeClr val="dk1"/>
                </a:solidFill>
              </a:rPr>
              <a:t>T</a:t>
            </a:r>
            <a:r>
              <a:rPr b="1" i="0" lang="en-US" sz="3900" u="none">
                <a:solidFill>
                  <a:schemeClr val="dk1"/>
                </a:solidFill>
              </a:rPr>
              <a:t>une my heart to sing Thy grace;</a:t>
            </a:r>
            <a:br>
              <a:rPr b="1" i="0" lang="en-US" sz="3900" u="none">
                <a:solidFill>
                  <a:schemeClr val="dk1"/>
                </a:solidFill>
              </a:rPr>
            </a:br>
            <a:r>
              <a:rPr b="1" i="0" lang="en-US" sz="3900" u="none">
                <a:solidFill>
                  <a:schemeClr val="dk1"/>
                </a:solidFill>
              </a:rPr>
              <a:t>Streams of mercy, never ceasing,</a:t>
            </a:r>
            <a:br>
              <a:rPr b="1" i="0" lang="en-US" sz="3900" u="none">
                <a:solidFill>
                  <a:schemeClr val="dk1"/>
                </a:solidFill>
              </a:rPr>
            </a:br>
            <a:r>
              <a:rPr b="1" lang="en-US" sz="3900">
                <a:solidFill>
                  <a:schemeClr val="dk1"/>
                </a:solidFill>
              </a:rPr>
              <a:t>C</a:t>
            </a:r>
            <a:r>
              <a:rPr b="1" i="0" lang="en-US" sz="3900" u="none">
                <a:solidFill>
                  <a:schemeClr val="dk1"/>
                </a:solidFill>
              </a:rPr>
              <a:t>all for songs of loudest praise:</a:t>
            </a:r>
            <a:endParaRPr b="1" sz="3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</a:rPr>
              <a:t>Teach me some melodious sonnet,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lang="en-US" sz="4000">
                <a:solidFill>
                  <a:schemeClr val="dk1"/>
                </a:solidFill>
              </a:rPr>
              <a:t>S</a:t>
            </a:r>
            <a:r>
              <a:rPr b="1" i="0" lang="en-US" sz="4000" u="none">
                <a:solidFill>
                  <a:schemeClr val="dk1"/>
                </a:solidFill>
              </a:rPr>
              <a:t>ung by flaming tongues above;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P</a:t>
            </a:r>
            <a:r>
              <a:rPr b="1" i="0" lang="en-US" sz="4000" u="none">
                <a:solidFill>
                  <a:schemeClr val="dk1"/>
                </a:solidFill>
              </a:rPr>
              <a:t>raise the mount</a:t>
            </a:r>
            <a:r>
              <a:rPr b="1" lang="en-US" sz="4000">
                <a:solidFill>
                  <a:schemeClr val="dk1"/>
                </a:solidFill>
              </a:rPr>
              <a:t>!</a:t>
            </a:r>
            <a:r>
              <a:rPr b="1" i="0" lang="en-US" sz="4000" u="none">
                <a:solidFill>
                  <a:schemeClr val="dk1"/>
                </a:solidFill>
              </a:rPr>
              <a:t> I’m fixed upon it,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Mount of Thy redeeming love.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2. </a:t>
            </a:r>
            <a:r>
              <a:rPr b="1" i="0" lang="en-US" sz="4000" u="none">
                <a:solidFill>
                  <a:schemeClr val="dk1"/>
                </a:solidFill>
              </a:rPr>
              <a:t>Here I raise mine Ebenezer;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Hither by Thy help I’m come;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And I hope, by Thy good pleasure,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Safely to arrive at home: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</a:rPr>
              <a:t>Jesus sought me when a stranger,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Wand’ring from the fold of God;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He, to rescue me from danger,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Interposed His precious blood.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</a:rPr>
              <a:t>3. </a:t>
            </a:r>
            <a:r>
              <a:rPr b="1" i="0" lang="en-US" sz="4000" u="none">
                <a:solidFill>
                  <a:schemeClr val="dk1"/>
                </a:solidFill>
              </a:rPr>
              <a:t>O to grace how great a debtor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Daily I’m constrained to be!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Let Thy grace, Lord, like a fetter,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Bind my wand’ring heart to Thee: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1"/>
                </a:solidFill>
              </a:rPr>
              <a:t>Prone to wander, Lord, I feel it,</a:t>
            </a:r>
            <a:br>
              <a:rPr b="1" i="0" lang="en-US" sz="40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Prone to leave the God I love;</a:t>
            </a:r>
            <a:br>
              <a:rPr b="1" i="0" lang="en-US" sz="3700" u="none">
                <a:solidFill>
                  <a:schemeClr val="dk1"/>
                </a:solidFill>
              </a:rPr>
            </a:br>
            <a:r>
              <a:rPr b="1" i="0" lang="en-US" sz="3700" u="none">
                <a:solidFill>
                  <a:schemeClr val="dk1"/>
                </a:solidFill>
              </a:rPr>
              <a:t>Here’s my heart, Lord, take and seal it,</a:t>
            </a:r>
            <a:br>
              <a:rPr b="1" i="0" lang="en-US" sz="3700" u="none">
                <a:solidFill>
                  <a:schemeClr val="dk1"/>
                </a:solidFill>
              </a:rPr>
            </a:br>
            <a:r>
              <a:rPr b="1" i="0" lang="en-US" sz="4000" u="none">
                <a:solidFill>
                  <a:schemeClr val="dk1"/>
                </a:solidFill>
              </a:rPr>
              <a:t>Seal it for Thy courts above.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9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0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