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BznhkiSQsdMi84SDkXY49y4PW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dea7ce0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bdea7ce00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ea7ce0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dea7ce00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ea7ce0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dea7ce00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Hallelujah (Your Love Is Amazing)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Brenton Brown | Brian Doerksen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2000 Vineyard Songs (UK/Eire)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All rights reserved. Used by permission. CCLI  #155095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ea7ce007_0_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Hallelujah! Hallelujah!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makes me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is amazing,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steady and unchanging.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is a mountain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firm beneath my feet.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Your love is a myst'ry,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how You gently lift me.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When I am surrounded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Your love carries me.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Hallelujah! Hallelujah!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makes me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Your love is surprising,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I can feel it rising,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all the joy that's growing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deep inside of me.</a:t>
            </a:r>
            <a:endParaRPr b="1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Ev'ry time I see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Your goodness shines through,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can feel this God song rising up in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ea7ce007_0_12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Hallelujah! Hallelujah!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makes me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4x)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ea7ce007_0_16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makes me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