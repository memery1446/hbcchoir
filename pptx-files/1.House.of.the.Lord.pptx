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ihvWNP0qaq1zDS2XkFkFm5Lfww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91807e1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891807e1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91807e1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891807e1c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917f9b8d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8917f9b8d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91807e1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891807e1c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917f9b8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8917f9b8d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917f9b8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8917f9b8d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17f9b8d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8917f9b8d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917f9b8d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917f9b8d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91807e1c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91807e1c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1807e1c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91807e1c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91807e1c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891807e1c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91807e1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91807e1c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91807e1c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91807e1c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17f9b8d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917f9b8d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917f9b8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917f9b8d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917f9b8d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917f9b8d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91807e1c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91807e1c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91807e1c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91807e1c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1807e1c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91807e1c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91807e1c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91807e1c4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1807e1c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91807e1c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91807e1c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91807e1c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91807e1c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91807e1c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91807e1c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91807e1c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91807e1c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91807e1c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1807e1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891807e1c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91807e1c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891807e1c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91807e1c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91807e1c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House of the Lord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Words and Music by Jonathan Smith | Phil Wickham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© 2020 Be Essential Songs; Cashagamble Jet Music; Phil Wickham Music; Simply Global Songs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20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worship the God who was,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worship the God who is,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91807e1c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worship the God who evermore will be.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opened the prison doors,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parted the raging sea.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91807e1c4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God, He holds the victory, yeah!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917f9b8d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1807e1c4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17f9b8d0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917f9b8d0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oh, oh,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917f9b8d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sing to the God who heals,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sing to the God who saves.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sing to the God who always makes a way.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17f9b8d0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'Cause He hung up on that cross,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Then He rose up from that grave,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1807e1c4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God’s still rolling stones away.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1807e1c4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1807e1c4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1807e1c4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1807e1c4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were the beggars.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royalty.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17f9b8d0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were the prisoners.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running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917f9b8d0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are forgiven, accepted,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Redeemed by His grace.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917f9b8d0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house of the Lord sing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1807e1c4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w</a:t>
            </a:r>
            <a:r>
              <a:rPr b="1" lang="en-US" sz="5900">
                <a:solidFill>
                  <a:schemeClr val="lt1"/>
                </a:solidFill>
              </a:rPr>
              <a:t>e were the beggars.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royalty.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1807e1c4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were the prisoners.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running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1807e1c4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are forgiven, accepted,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Redeemed by His grace.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1807e1c4_0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house of the Lord sing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91807e1c4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1807e1c4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91807e1c4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1807e1c4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91807e1c4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91807e1c4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91807e1c4_0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1807e1c4_0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