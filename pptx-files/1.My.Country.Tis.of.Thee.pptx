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gXGMbQky6Br6GpoAzL/gtJDRbT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ee57fa15c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" name="Google Shape;24;g3ee57fa15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ee57fa15c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g3ee57fa15ce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ee57fa15c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g3ee57fa15ce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ee57fa15c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g3ee57fa15ce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ee57fa15c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g3ee57fa15ce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ee57fa15c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g3ee57fa15ce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e57fa15c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ee57fa15ce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e57fa15c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ee57fa15ce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e57fa15c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ee57fa15ce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e57fa15c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ee57fa15ce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e57fa15c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ee57fa15ce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e57fa15c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ee57fa15ce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e57fa15c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ee57fa15ce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ee57fa15ce_0_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ee57fa15ce_0_22"/>
          <p:cNvSpPr txBox="1"/>
          <p:nvPr>
            <p:ph idx="10" type="dt"/>
          </p:nvPr>
        </p:nvSpPr>
        <p:spPr>
          <a:xfrm>
            <a:off x="457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g3ee57fa15ce_0_22"/>
          <p:cNvSpPr txBox="1"/>
          <p:nvPr>
            <p:ph idx="11" type="ftr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g3ee57fa15ce_0_22"/>
          <p:cNvSpPr txBox="1"/>
          <p:nvPr>
            <p:ph idx="12" type="sldNum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ee57fa15ce_0_0"/>
          <p:cNvSpPr txBox="1"/>
          <p:nvPr>
            <p:ph type="ctrTitle"/>
          </p:nvPr>
        </p:nvSpPr>
        <p:spPr>
          <a:xfrm>
            <a:off x="1143000" y="1122363"/>
            <a:ext cx="6858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ee57fa15ce_0_0"/>
          <p:cNvSpPr txBox="1"/>
          <p:nvPr/>
        </p:nvSpPr>
        <p:spPr>
          <a:xfrm>
            <a:off x="685800" y="2209800"/>
            <a:ext cx="7772400" cy="12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 u="sng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 Country, </a:t>
            </a:r>
            <a:endParaRPr sz="6100" u="sng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 u="sng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’Tis of Thee</a:t>
            </a:r>
            <a:endParaRPr sz="6100" u="sng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g3ee57fa15ce_0_0"/>
          <p:cNvSpPr txBox="1"/>
          <p:nvPr/>
        </p:nvSpPr>
        <p:spPr>
          <a:xfrm>
            <a:off x="914400" y="4642335"/>
            <a:ext cx="7315200" cy="19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by Samuel F. Smith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Music: Thesaurus Musicus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public domain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ee57fa15ce_0_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country, ’tis of thee,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sweet land of liberty,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thee I sing: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ee57fa15ce_0_33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Land where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fathers died,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land of the pilgrims’ pride,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ee57fa15ce_0_3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ev’ry mountainside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freedom ring!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ee57fa15ce_0_41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native country, thee,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land of the noble free,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thy name I love: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e57fa15ce_0_4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love thy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rocks and rills,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thy woods and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templed hills;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e57fa15ce_0_4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heart with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rapture thrills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like that above.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e57fa15ce_0_5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music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swell the breeze,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ring from all the trees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sweet freedom’s song: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e57fa15ce_0_6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mortal tongues awake;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all that breathe partake;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e57fa15ce_0_7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rocks their silence break,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sound prolong.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e57fa15ce_0_6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Our father’s God,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Thee,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Author of liberty,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Thee we sing: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e57fa15ce_0_6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Long may our land be bright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 freedom’s holy light;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e57fa15ce_0_7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Protect us by Thy might,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great God, our King!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-US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(repeat)</a:t>
            </a:r>
            <a:endParaRPr i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