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SD10GV84NAZ0KxlKHUGCXFrQc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381000" y="25908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Rock of Ages, Cleft for Me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Augustus M. Toplady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Thomas Hastings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463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Rock of Ages, cleft for me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me hide myself in Thee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the water and the blood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 Thy wounded side which flowed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 of sin the double cure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Save from wrath and make me pure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the labors of my hands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fulfill Thy law’s demands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for sin could not atone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must save, and Thou alone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my hand no price I bring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Simply to Thy cross I cling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</a:pPr>
            <a: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While I draw this fleeting breath</a:t>
            </a:r>
            <a:b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mine eyes shall close in death</a:t>
            </a:r>
            <a:b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I rise to worlds unknown</a:t>
            </a:r>
            <a:b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1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behold Thee on Thy throne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Rock of Ages, cleft for me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me hide myself in Thee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