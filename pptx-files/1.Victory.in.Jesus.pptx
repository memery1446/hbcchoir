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hwdAa7Ibmdui3woKHRI75BxDpF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e450344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be4503448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be4503448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be4503448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e4503448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be45034489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e4503448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be45034489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e4503448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be45034489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e4503448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be45034489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e4503448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be45034489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e4503448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be45034489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e4503448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be45034489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e4503448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be45034489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e4503448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be45034489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e4503448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be45034489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e4503448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be45034489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e4503448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be45034489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e4503448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be45034489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e4503448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be45034489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0" i="0" lang="en-US" sz="5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Victory in Jesus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191000"/>
            <a:ext cx="73914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Eugene M. Bartlett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© 1939 E.M. Bartlett. Copyright renewed 1966 by Mrs. E.M.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Bartlett. Assigned to Albert E. Brumley &amp; Sons (admin. by ICG).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 heard an old, old story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how a Savior came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from glory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be45034489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How He gave His life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on Calvary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to save a wretch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like me.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 heard about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His groaning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of His precious blood’s atoning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e45034489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Then I repented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my sins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won the victory.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 victory in Jesus,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my Savior, forever!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e45034489_0_1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sought 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and bo</a:t>
            </a:r>
            <a:r>
              <a:rPr b="1" lang="en-US" sz="5900">
                <a:solidFill>
                  <a:schemeClr val="lt1"/>
                </a:solidFill>
              </a:rPr>
              <a:t>ugh</a:t>
            </a:r>
            <a:r>
              <a:rPr b="1" i="0" lang="en-US" sz="5900" u="none">
                <a:solidFill>
                  <a:schemeClr val="lt1"/>
                </a:solidFill>
              </a:rPr>
              <a:t>t me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with His redeeming blood.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loved me ere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 knew Him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all my love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is due Him.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e45034489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plunged 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to victory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beneath the cleansing flood.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 heard about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His healing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of His cleansing pow’r revealing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e45034489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How He made the lame to walk again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caused the blind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to see.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And then I cried,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“</a:t>
            </a:r>
            <a:r>
              <a:rPr b="1" i="0" lang="en-US" sz="5900" u="none">
                <a:solidFill>
                  <a:schemeClr val="lt1"/>
                </a:solidFill>
              </a:rPr>
              <a:t>Dear Jesus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come and heal my broken spirit!</a:t>
            </a:r>
            <a:r>
              <a:rPr b="1" lang="en-US" sz="5900">
                <a:solidFill>
                  <a:schemeClr val="lt1"/>
                </a:solidFill>
              </a:rPr>
              <a:t>”</a:t>
            </a:r>
            <a:endParaRPr b="1" sz="5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e45034489_0_4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And somehow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Jesus came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bro</a:t>
            </a:r>
            <a:r>
              <a:rPr b="1" lang="en-US" sz="5900">
                <a:solidFill>
                  <a:schemeClr val="lt1"/>
                </a:solidFill>
              </a:rPr>
              <a:t>ugh</a:t>
            </a:r>
            <a:r>
              <a:rPr b="1" i="0" lang="en-US" sz="5900" u="none">
                <a:solidFill>
                  <a:schemeClr val="lt1"/>
                </a:solidFill>
              </a:rPr>
              <a:t>t to 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the victory.</a:t>
            </a:r>
            <a:endParaRPr b="1" sz="5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e45034489_0_2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 victory in Jesus,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my Savior, forever!</a:t>
            </a:r>
            <a:endParaRPr b="1" sz="5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e45034489_0_2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sought 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and bo</a:t>
            </a:r>
            <a:r>
              <a:rPr b="1" lang="en-US" sz="5900">
                <a:solidFill>
                  <a:schemeClr val="lt1"/>
                </a:solidFill>
              </a:rPr>
              <a:t>ugh</a:t>
            </a:r>
            <a:r>
              <a:rPr b="1" i="0" lang="en-US" sz="5900" u="none">
                <a:solidFill>
                  <a:schemeClr val="lt1"/>
                </a:solidFill>
              </a:rPr>
              <a:t>t me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with His redeeming blood.</a:t>
            </a:r>
            <a:endParaRPr b="1" sz="5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e45034489_0_3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loved me ere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 knew Him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all my love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is due Him.</a:t>
            </a:r>
            <a:endParaRPr b="1" sz="5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e45034489_0_3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plunged 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to victory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beneath the cleansing flood.</a:t>
            </a:r>
            <a:endParaRPr b="1" sz="5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 heard about a mansion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He has built for me in glory</a:t>
            </a:r>
            <a:r>
              <a:rPr b="1" lang="en-US" sz="5900">
                <a:solidFill>
                  <a:schemeClr val="lt1"/>
                </a:solidFill>
              </a:rPr>
              <a:t>.</a:t>
            </a:r>
            <a:endParaRPr b="1" sz="5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e45034489_0_4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And I heard about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the streets of gold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beyond the crystal sea.</a:t>
            </a:r>
            <a:endParaRPr b="1" sz="5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About the angels singing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the old redemption story</a:t>
            </a:r>
            <a:endParaRPr b="1" sz="5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e45034489_0_52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And some sweet day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I’ll sing up there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the song of victory!</a:t>
            </a:r>
            <a:endParaRPr b="1" sz="5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e45034489_0_5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 victory in Jesus,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my Savior, forever!</a:t>
            </a:r>
            <a:endParaRPr b="1" sz="5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e45034489_0_6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sought 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and bo</a:t>
            </a:r>
            <a:r>
              <a:rPr b="1" lang="en-US" sz="5900">
                <a:solidFill>
                  <a:schemeClr val="lt1"/>
                </a:solidFill>
              </a:rPr>
              <a:t>ugh</a:t>
            </a:r>
            <a:r>
              <a:rPr b="1" i="0" lang="en-US" sz="5900" u="none">
                <a:solidFill>
                  <a:schemeClr val="lt1"/>
                </a:solidFill>
              </a:rPr>
              <a:t>t me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with His redeeming blood.</a:t>
            </a:r>
            <a:endParaRPr b="1" sz="5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e45034489_0_6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loved me ere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 knew Him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all my love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is due Him.</a:t>
            </a:r>
            <a:endParaRPr b="1" sz="5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e45034489_0_6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plunged 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to victory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beneath the cleansing flood.</a:t>
            </a:r>
            <a:endParaRPr b="1"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