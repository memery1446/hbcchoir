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gtoSSgfLSUzWOn4+JceRrJgvRb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d5962d2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g38d5962d2e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d5962d2e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8d5962d2e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38" name="Google Shape;38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4" name="Google Shape;44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5" name="Google Shape;45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5" name="Google Shape;55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6" name="Google Shape;56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7" name="Google Shape;57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4" name="Google Shape;64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53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Have Come </a:t>
            </a:r>
            <a:br>
              <a:rPr b="0" i="0" lang="en-US" sz="53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53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into His House</a:t>
            </a:r>
            <a:endParaRPr sz="5300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Bruce Ballinger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1976 Universal-MCA Music Publishing obo Universal-MCA Music Publishing. </a:t>
            </a: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696200" y="59436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We have come into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His house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gathered in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His name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to worship Him. </a:t>
            </a:r>
            <a:r>
              <a:rPr i="1" lang="en-US" sz="5300" u="none">
                <a:solidFill>
                  <a:schemeClr val="lt1"/>
                </a:solidFill>
              </a:rPr>
              <a:t>(sing 2x)</a:t>
            </a:r>
            <a:endParaRPr i="1" sz="5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We have come into His house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gathered in His name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d5962d2ee_0_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to worship Christ the Lord.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Worship Him,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Christ the Lord.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Let’s forget about ourselves and magnify His name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and worship Him.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i="1" lang="en-US" sz="5300">
                <a:solidFill>
                  <a:schemeClr val="lt1"/>
                </a:solidFill>
              </a:rPr>
              <a:t>(sing 2x)</a:t>
            </a:r>
            <a:endParaRPr i="1" sz="5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Let’s forget about ourselves and magnify His name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d5962d2ee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and worship Christ the Lord.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Worship Him, Christ the Lord.</a:t>
            </a:r>
            <a:endParaRPr b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