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gn97VAg1ql/jsPxjumrG9Q9Dg1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ebf179e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ebf179e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ebf179e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ebf179ef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ebf179e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ebf179ef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ebf179e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7ebf179ef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ebf179e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ebf179ef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ebf179e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7ebf179ef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bf179e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ebf179ef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ebf836c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ebf836ce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ebf836ce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ebf836ce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7ebf836c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7ebf836ce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ebf836c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ebf836ce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ebf836c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7ebf836ce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ebf836c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7ebf836ce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ebf836ce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7ebf836ce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ebf836ce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7ebf836ce9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ebf836ce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7ebf836ce9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ebf836ce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7ebf836ce9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76001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When We All Get to Heaven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Sue Smith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</a:t>
            </a:r>
            <a:r>
              <a:rPr lang="en-US" sz="1800">
                <a:solidFill>
                  <a:schemeClr val="lt1"/>
                </a:solidFill>
              </a:rPr>
              <a:t>2001 New Spring Publishing, Inc. (ASCAP).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All rights reserved. Used by permission.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get to heaven some glad morning,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when we walk with wonder through the gate,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ebf179efc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Singing groups and choirs will be forming,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practices will echo ev’ry place.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Down the </a:t>
            </a:r>
            <a:r>
              <a:rPr b="1" lang="en-US" sz="5900">
                <a:solidFill>
                  <a:schemeClr val="lt1"/>
                </a:solidFill>
              </a:rPr>
              <a:t>streets</a:t>
            </a:r>
            <a:r>
              <a:rPr b="1" lang="en-US" sz="5900">
                <a:solidFill>
                  <a:schemeClr val="lt1"/>
                </a:solidFill>
              </a:rPr>
              <a:t> of gold on ev’ry corner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folks will stop to join the harmony,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ebf179efc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As saints from ev’ry age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lift their songs of praise.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Can’ you just imagine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time that we’ll be having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ebf179efc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see King Jesus face to face?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ebf179efc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hallelujah songs will go on and on and on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ebf179efc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Even now the music there has started.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ev’ry time God calls a singer home,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ebf179efc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though we miss the friends who have departed,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they’re enjoying songs we’ve never known,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ebf179efc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melodies without a trace of sorrow,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words of perfect peace and happiness.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ebf836ce9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when we enter in,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they will start them all again.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ebf836ce9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Finally all together,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we’ll sing His praise forever!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ebf836ce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see King Jesus face to face,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ebf836ce9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hallelujah songs will go on and on and on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ebf836ce9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what a day of rejoicing that will be!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ebf836ce9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see Jesus,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we’ll sing and shout the victory.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ebf836ce9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see Jesus,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we’ll sing and shout the victory!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ebf836ce9_0_3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we see King Jesus face to face,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ebf836ce9_0_3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hallelujah songs will go on and on and on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ebf836ce9_0_4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Our hallelujah songs will go on and on and on…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when we all get to heaven.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