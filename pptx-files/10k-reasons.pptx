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6a2ffb9a2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g36a2ffb9a21_0_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6a2ffb9a21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g36a2ffb9a21_0_8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6a2ffb9a21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g36a2ffb9a21_0_16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6a2ffb9a21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g36a2ffb9a21_0_17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6a2ffb9a21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g36a2ffb9a21_0_17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6a2ffb9a21_0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g36a2ffb9a21_0_17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6a2ffb9a21_0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g36a2ffb9a21_0_18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6a2ffb9a21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g36a2ffb9a21_0_18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6a2ffb9a21_0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g36a2ffb9a21_0_19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6a2ffb9a21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g36a2ffb9a21_0_19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6a2ffb9a21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g36a2ffb9a21_0_20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6a2ffb9a21_0_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g36a2ffb9a21_0_20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6a2ffb9a21_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g36a2ffb9a21_0_21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6a2ffb9a21_0_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g36a2ffb9a21_0_21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6a2ffb9a21_0_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g36a2ffb9a21_0_22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Bless The Lord / 10,000 Reasons</a:t>
            </a:r>
            <a:endParaRPr b="1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19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Words and music by Jonas Myrin and Matt Redman | © Copyright 2011, 2013 SHOUT! Music Publishing (APRA) Administered by CapitolCMGPublishing.com All rights reserved.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CCLI # ____________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100000">
              <a:srgbClr val="FFFFFF"/>
            </a:gs>
          </a:gsLst>
          <a:lin ang="5400012" scaled="0"/>
        </a:gra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4800"/>
              <a:t>Bless the Lord, oh my soul,</a:t>
            </a:r>
            <a:endParaRPr b="1" sz="4800"/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4800"/>
              <a:t>oh my soul,</a:t>
            </a:r>
            <a:endParaRPr b="1" sz="4800"/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4800"/>
              <a:t>worship His holy name</a:t>
            </a:r>
            <a:endParaRPr b="1" sz="4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100000">
              <a:srgbClr val="FFFFFF"/>
            </a:gs>
          </a:gsLst>
          <a:lin ang="5400012" scaled="0"/>
        </a:gra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4800"/>
              <a:t>Sing like never before,</a:t>
            </a:r>
            <a:endParaRPr b="1" sz="4800"/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4800"/>
              <a:t>oh my soul,</a:t>
            </a:r>
            <a:endParaRPr b="1" sz="4800"/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4800"/>
              <a:t>I’ll worship your holy Name</a:t>
            </a:r>
            <a:endParaRPr b="1" sz="4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100000">
              <a:srgbClr val="FFFFFF"/>
            </a:gs>
          </a:gsLst>
          <a:lin ang="5400012" scaled="0"/>
        </a:gra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4800"/>
              <a:t>The sun comes up </a:t>
            </a:r>
            <a:endParaRPr b="1" sz="4800"/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4800"/>
              <a:t>it’s a new day dawning</a:t>
            </a:r>
            <a:endParaRPr b="1" sz="4800"/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4800"/>
              <a:t>It’s time to sing your songs</a:t>
            </a:r>
            <a:endParaRPr b="1" sz="4800"/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4800"/>
              <a:t>again</a:t>
            </a:r>
            <a:endParaRPr b="1" sz="4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100000">
              <a:srgbClr val="FFFFFF"/>
            </a:gs>
          </a:gsLst>
          <a:lin ang="5400012" scaled="0"/>
        </a:gra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4800"/>
              <a:t>Whatever may pass,</a:t>
            </a:r>
            <a:endParaRPr b="1" sz="4800"/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4800"/>
              <a:t>and whatever lies before me</a:t>
            </a:r>
            <a:endParaRPr b="1" sz="4800"/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4800"/>
              <a:t>let me be singing</a:t>
            </a:r>
            <a:endParaRPr b="1" sz="4800"/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4800"/>
              <a:t>when the evening comes</a:t>
            </a:r>
            <a:endParaRPr b="1" sz="4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100000">
              <a:srgbClr val="FFFFFF"/>
            </a:gs>
          </a:gsLst>
          <a:lin ang="5400012" scaled="0"/>
        </a:gra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8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4800"/>
              <a:t>Bless the Lord, oh my soul,</a:t>
            </a:r>
            <a:endParaRPr b="1" sz="4800"/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4800"/>
              <a:t>oh my soul,</a:t>
            </a:r>
            <a:endParaRPr b="1" sz="4800"/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4800"/>
              <a:t>worship His holy Name</a:t>
            </a:r>
            <a:endParaRPr b="1" sz="4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100000">
              <a:srgbClr val="FFFFFF"/>
            </a:gs>
          </a:gsLst>
          <a:lin ang="5400012" scaled="0"/>
        </a:gra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9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4800"/>
              <a:t>Sing like never before,</a:t>
            </a:r>
            <a:endParaRPr b="1" sz="4800"/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4800"/>
              <a:t>oh my soul,</a:t>
            </a:r>
            <a:endParaRPr b="1" sz="4800"/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4800"/>
              <a:t>I’ll worship your holy Name</a:t>
            </a:r>
            <a:endParaRPr b="1" sz="4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100000">
              <a:srgbClr val="FFFFFF"/>
            </a:gs>
          </a:gsLst>
          <a:lin ang="5400012" scaled="0"/>
        </a:gra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0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4800"/>
              <a:t>You’re rich in love</a:t>
            </a:r>
            <a:endParaRPr b="1" sz="4800"/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4800"/>
              <a:t>and you’re slow to anger</a:t>
            </a:r>
            <a:endParaRPr b="1" sz="4800"/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4800"/>
              <a:t>Your name is great</a:t>
            </a:r>
            <a:endParaRPr b="1" sz="4800"/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4800"/>
              <a:t>and your heart is kind</a:t>
            </a:r>
            <a:endParaRPr b="1" sz="4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100000">
              <a:srgbClr val="FFFFFF"/>
            </a:gs>
          </a:gsLst>
          <a:lin ang="5400012" scaled="0"/>
        </a:gra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1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4800"/>
              <a:t>For all your goodness </a:t>
            </a:r>
            <a:endParaRPr b="1" sz="4800"/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4800"/>
              <a:t>I will keep on singing</a:t>
            </a:r>
            <a:endParaRPr b="1" sz="4800"/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4800"/>
              <a:t>t</a:t>
            </a:r>
            <a:r>
              <a:rPr b="1" lang="en" sz="4800"/>
              <a:t>en thousand reasons</a:t>
            </a:r>
            <a:endParaRPr b="1" sz="4800"/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4800"/>
              <a:t>for my heart to find</a:t>
            </a:r>
            <a:endParaRPr b="1" sz="4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100000">
              <a:srgbClr val="FFFFFF"/>
            </a:gs>
          </a:gsLst>
          <a:lin ang="5400012" scaled="0"/>
        </a:gra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2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4800"/>
              <a:t>Bless the Lord, oh my soul,</a:t>
            </a:r>
            <a:endParaRPr b="1" sz="4800"/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4800"/>
              <a:t>oh my soul,</a:t>
            </a:r>
            <a:endParaRPr b="1" sz="4800"/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4800"/>
              <a:t>worship His holy name</a:t>
            </a:r>
            <a:endParaRPr b="1" sz="4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100000">
              <a:srgbClr val="FFFFFF"/>
            </a:gs>
          </a:gsLst>
          <a:lin ang="5400012" scaled="0"/>
        </a:gra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3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4800"/>
              <a:t>Sing like never before,</a:t>
            </a:r>
            <a:endParaRPr b="1" sz="4800"/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4800"/>
              <a:t>oh my soul,</a:t>
            </a:r>
            <a:endParaRPr b="1" sz="4800"/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4800"/>
              <a:t>I’ll worship your holy name</a:t>
            </a:r>
            <a:endParaRPr b="1" sz="4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100000">
              <a:srgbClr val="FFFFFF"/>
            </a:gs>
          </a:gsLst>
          <a:lin ang="5400012" scaled="0"/>
        </a:gra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4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4800"/>
              <a:t>And on that day </a:t>
            </a:r>
            <a:endParaRPr b="1" sz="4800"/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4800"/>
              <a:t>when my strength is failing</a:t>
            </a:r>
            <a:endParaRPr b="1" sz="4800"/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4800"/>
              <a:t>the end draws near </a:t>
            </a:r>
            <a:endParaRPr b="1" sz="4800"/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4800"/>
              <a:t>and my time has come</a:t>
            </a:r>
            <a:endParaRPr b="1" sz="4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100000">
              <a:srgbClr val="FFFFFF"/>
            </a:gs>
          </a:gsLst>
          <a:lin ang="5400012" scaled="0"/>
        </a:gra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5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4800"/>
              <a:t>Still my soul will sing</a:t>
            </a:r>
            <a:endParaRPr b="1" sz="4800"/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4800"/>
              <a:t>Your praise unending</a:t>
            </a:r>
            <a:endParaRPr b="1" sz="4800"/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4800"/>
              <a:t>ten thousand years </a:t>
            </a:r>
            <a:endParaRPr b="1" sz="4800"/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4800"/>
              <a:t>and then forever more</a:t>
            </a:r>
            <a:endParaRPr b="1" sz="48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100000">
              <a:srgbClr val="FFFFFF"/>
            </a:gs>
          </a:gsLst>
          <a:lin ang="5400012" scaled="0"/>
        </a:gra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6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4800"/>
              <a:t>Bless the Lord, oh my soul,</a:t>
            </a:r>
            <a:endParaRPr b="1" sz="4800"/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4800"/>
              <a:t>oh my soul,</a:t>
            </a:r>
            <a:endParaRPr b="1" sz="4800"/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4800"/>
              <a:t>worship His holy name</a:t>
            </a:r>
            <a:endParaRPr b="1" sz="48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100000">
              <a:srgbClr val="FFFFFF"/>
            </a:gs>
          </a:gsLst>
          <a:lin ang="5400012" scaled="0"/>
        </a:gra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7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4800"/>
              <a:t>Sing like never before,</a:t>
            </a:r>
            <a:endParaRPr b="1" sz="4800"/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4800"/>
              <a:t>oh my soul,</a:t>
            </a:r>
            <a:endParaRPr b="1" sz="4800"/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4800"/>
              <a:t>I’ll worship your holy name</a:t>
            </a:r>
            <a:endParaRPr b="1" sz="48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100000">
              <a:srgbClr val="FFFFFF"/>
            </a:gs>
          </a:gsLst>
          <a:lin ang="5400012" scaled="0"/>
        </a:gra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8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4800"/>
              <a:t>I’ll worship your holy name</a:t>
            </a:r>
            <a:endParaRPr b="1" sz="4800"/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4800"/>
              <a:t>I’ll worship your holy name</a:t>
            </a:r>
            <a:endParaRPr b="1" sz="4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