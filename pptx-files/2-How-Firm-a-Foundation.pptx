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jH7b50ocr8Is30v7DOXnHWm5M0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7323f7cd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7323f7cd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7323f7cd9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7323f7cd9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323f7cd9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7323f7cd9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323f7cd9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7323f7cd9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323f7cd9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7323f7cd9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23f7cd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7323f7cd96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323f7cd9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7323f7cd96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323f7cd9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7323f7cd9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</a:rPr>
              <a:t>How Firm a Foundation</a:t>
            </a:r>
            <a:endParaRPr b="1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Words: John Rippon’s </a:t>
            </a: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Selection of Hymns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Music: Joseph Funk’s </a:t>
            </a: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Genuine Church Music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How firm a foundation,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 saints of the Lord,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7323f7cd96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Is laid for your faith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His excellent </a:t>
            </a:r>
            <a:r>
              <a:rPr b="1" i="0" lang="en-US" sz="5900" u="none">
                <a:solidFill>
                  <a:schemeClr val="lt1"/>
                </a:solidFill>
              </a:rPr>
              <a:t>Word!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What more can He say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than to you He hath said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7323f7cd96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you who for refuge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Jesus have fled?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</a:rPr>
              <a:t>Fear not, I am with thee;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O be not dismayed,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323f7cd96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I am thy God,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will still give thee aid;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I’ll strengthen thee,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help thee, and cause thee to stand,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323f7cd96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Upheld by My righteous, omnipotent hand.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</a:rPr>
              <a:t>When thro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 fiery trials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thy pathway shall lie,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323f7cd96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grace, all-sufficient, 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shall be thy supply;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flame shall not hurt thee;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only design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23f7cd96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Thy dross to consume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thy gold to refine.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</a:rPr>
              <a:t>The soul that on Jesus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hath leaned for repose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323f7cd96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will not, I will not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desert to his foes;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soul, tho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 all hell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should endeavor to shake,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323f7cd96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I’ll never, no, never,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no, never forsake!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