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8Kwx5uM2TMbMpDZToTwoL0s4a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30f8058b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30f8058b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30f8058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c30f8058b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Assurance,</a:t>
            </a:r>
            <a:b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Jesus Is Mine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114800"/>
            <a:ext cx="7315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Fanny J. Crosby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Phoebe Palmer Knapp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assurance, Jesus is mine.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Oh, what a foretaste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glory divine.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Heir of salvation, purchase of God.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Born of His Spirit, washed in His blood.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story,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song,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p</a:t>
            </a:r>
            <a:r>
              <a:rPr b="1" i="0" lang="en-US" sz="5900" u="none">
                <a:solidFill>
                  <a:schemeClr val="lt1"/>
                </a:solidFill>
              </a:rPr>
              <a:t>raising my Savior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the day long.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i="1" lang="en-US" sz="4700" u="none">
                <a:solidFill>
                  <a:schemeClr val="lt1"/>
                </a:solidFill>
              </a:rPr>
              <a:t>(repeat)</a:t>
            </a:r>
            <a:endParaRPr i="1" sz="4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Perfect submission, perfect delight,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v</a:t>
            </a:r>
            <a:r>
              <a:rPr b="1" i="0" lang="en-US" sz="5900" u="none">
                <a:solidFill>
                  <a:schemeClr val="lt1"/>
                </a:solidFill>
              </a:rPr>
              <a:t>isions of rapture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now burst on my sight.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Angels descending bring from above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e</a:t>
            </a:r>
            <a:r>
              <a:rPr b="1" i="0" lang="en-US" sz="5900" u="none">
                <a:solidFill>
                  <a:schemeClr val="lt1"/>
                </a:solidFill>
              </a:rPr>
              <a:t>choes of mercy, whispers of love.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30f8058b9_0_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story,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song,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p</a:t>
            </a:r>
            <a:r>
              <a:rPr b="1" i="0" lang="en-US" sz="5900" u="none">
                <a:solidFill>
                  <a:schemeClr val="lt1"/>
                </a:solidFill>
              </a:rPr>
              <a:t>raising my Savior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the day long.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i="1" lang="en-US" sz="4700" u="none">
                <a:solidFill>
                  <a:schemeClr val="lt1"/>
                </a:solidFill>
              </a:rPr>
              <a:t>(repeat)</a:t>
            </a:r>
            <a:endParaRPr i="1" sz="4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Perfect submission,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is at rest.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in my Savior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am happy and blest.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2286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Watching and waiting, looking above,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f</a:t>
            </a:r>
            <a:r>
              <a:rPr b="1" i="0" lang="en-US" sz="5900" u="none">
                <a:solidFill>
                  <a:schemeClr val="lt1"/>
                </a:solidFill>
              </a:rPr>
              <a:t>illed with His </a:t>
            </a:r>
            <a:r>
              <a:rPr b="1" i="0" lang="en-US" sz="5800" u="none">
                <a:solidFill>
                  <a:schemeClr val="lt1"/>
                </a:solidFill>
              </a:rPr>
              <a:t>goodness,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lost in His love.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30f8058b9_0_0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story,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song,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p</a:t>
            </a:r>
            <a:r>
              <a:rPr b="1" i="0" lang="en-US" sz="5900" u="none">
                <a:solidFill>
                  <a:schemeClr val="lt1"/>
                </a:solidFill>
              </a:rPr>
              <a:t>raising my Savior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the day long.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i="1" lang="en-US" sz="4700" u="none">
                <a:solidFill>
                  <a:schemeClr val="lt1"/>
                </a:solidFill>
              </a:rPr>
              <a:t>(repeat)</a:t>
            </a:r>
            <a:endParaRPr i="1" sz="4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