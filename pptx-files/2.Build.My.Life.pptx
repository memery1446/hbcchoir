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58" r:id="rId5"/>
    <p:sldId id="274" r:id="rId6"/>
    <p:sldId id="278" r:id="rId7"/>
    <p:sldId id="277" r:id="rId8"/>
    <p:sldId id="276" r:id="rId9"/>
    <p:sldId id="275" r:id="rId10"/>
    <p:sldId id="259" r:id="rId11"/>
    <p:sldId id="27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2A6B0-67A0-4D67-9707-FA315CEEBD2D}" v="474" dt="2025-05-28T19:57:20.634"/>
    <p1510:client id="{F87059B2-1795-F6D1-2AD7-AD16234CC37F}" v="670" dt="2025-05-28T19:40:06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u="sng" dirty="0">
                <a:latin typeface="Arial"/>
                <a:cs typeface="Arial"/>
              </a:rPr>
              <a:t>Build My Life</a:t>
            </a:r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498621"/>
            <a:ext cx="6858000" cy="1783242"/>
          </a:xfrm>
        </p:spPr>
        <p:txBody>
          <a:bodyPr vert="horz" lIns="68580" tIns="34290" rIns="68580" bIns="34290" rtlCol="0" anchor="t">
            <a:no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>
                <a:latin typeface="Arial"/>
                <a:cs typeface="Arial"/>
              </a:rPr>
              <a:t>Patt Barrett, Matt Redman, Brett Younker, Kirby Kaple and Karl Martin</a:t>
            </a: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>
                <a:latin typeface="Arial"/>
                <a:cs typeface="Arial"/>
              </a:rPr>
              <a:t>© Copyright 2018 by Bowyer &amp; Bow, Sparrow Capitol CMG </a:t>
            </a:r>
            <a:endParaRPr lang="en-US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 dirty="0">
                <a:latin typeface="Arial"/>
                <a:cs typeface="Arial"/>
              </a:rPr>
              <a:t>All rights reserved.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 dirty="0">
                <a:latin typeface="Arial"/>
                <a:cs typeface="Arial"/>
              </a:rPr>
              <a:t> Used by permission.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b="1">
                <a:latin typeface="Arial"/>
                <a:cs typeface="Arial"/>
              </a:rPr>
              <a:t>CCLI # ________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B39A-81DB-3D34-1026-55F90BAD6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2050880"/>
            <a:ext cx="7886700" cy="9328878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Worthy of every song we could ever </a:t>
            </a:r>
            <a:r>
              <a:rPr lang="en-US" sz="6000" b="1">
                <a:latin typeface="Arial"/>
                <a:cs typeface="Arial"/>
              </a:rPr>
              <a:t>sing, worthy of all the praise we could ever bring, worthy of every breath we could ever breathe, we live for You.</a:t>
            </a:r>
            <a:r>
              <a:rPr lang="en-US" sz="6000" b="1" dirty="0">
                <a:latin typeface="Arial"/>
                <a:cs typeface="Arial"/>
              </a:rPr>
              <a:t> 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666515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EC0E-030D-648D-6F42-F147CCA1B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D3A4-3B16-0ECE-D19A-A4351D94C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2967938"/>
            <a:ext cx="7886700" cy="10245936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Jesus, the name above every other name, Jesus the only one who could ever save, worthy of every breath we could ever </a:t>
            </a:r>
            <a:r>
              <a:rPr lang="en-US" sz="6000" b="1">
                <a:latin typeface="Arial"/>
                <a:cs typeface="Arial"/>
              </a:rPr>
              <a:t>breathe, we live for You, Oh, we live for </a:t>
            </a:r>
            <a:r>
              <a:rPr lang="en-US" sz="6000" b="1" dirty="0">
                <a:latin typeface="Arial"/>
                <a:cs typeface="Arial"/>
              </a:rPr>
              <a:t>You. 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68131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2BE3-CB4C-8D3F-7F07-B9A7154F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D79D-4E6A-EC40-FFF0-D22152933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208286"/>
            <a:ext cx="7886700" cy="6871337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Holy, there is no one like You. There is </a:t>
            </a:r>
            <a:r>
              <a:rPr lang="en-US" sz="6000" b="1">
                <a:latin typeface="Arial"/>
                <a:cs typeface="Arial"/>
              </a:rPr>
              <a:t>none beside You. </a:t>
            </a:r>
            <a:r>
              <a:rPr lang="en-US" sz="6000" b="1" dirty="0">
                <a:latin typeface="Arial"/>
                <a:cs typeface="Arial"/>
              </a:rPr>
              <a:t>Open up my eyes in wonder. </a:t>
            </a:r>
            <a:endParaRPr lang="en-US" sz="6000" dirty="0">
              <a:latin typeface="Arial"/>
              <a:cs typeface="Arial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44639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E8E3-6273-37DB-CBD3-1A503927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BAAFB-47BE-CF9F-AAEB-F78541CED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208286"/>
            <a:ext cx="7886700" cy="6871337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Show me who You are and fill me with Your heart and lead </a:t>
            </a:r>
            <a:r>
              <a:rPr lang="en-US" sz="6000" b="1">
                <a:latin typeface="Arial"/>
                <a:cs typeface="Arial"/>
              </a:rPr>
              <a:t>me in Your love to </a:t>
            </a:r>
            <a:r>
              <a:rPr lang="en-US" sz="6000" b="1" dirty="0">
                <a:latin typeface="Arial"/>
                <a:cs typeface="Arial"/>
              </a:rPr>
              <a:t>those around me. </a:t>
            </a:r>
            <a:endParaRPr lang="en-US" sz="6000" dirty="0">
              <a:latin typeface="Arial"/>
              <a:cs typeface="Arial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4263888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CAD2B-F3A3-EB29-CC2E-D4017785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7EDE2-4B57-5336-A94C-0B994BEB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2050880"/>
            <a:ext cx="7886700" cy="9328878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Worthy of every song we could ever </a:t>
            </a:r>
            <a:r>
              <a:rPr lang="en-US" sz="6000" b="1">
                <a:latin typeface="Arial"/>
                <a:cs typeface="Arial"/>
              </a:rPr>
              <a:t>sing, worthy of all the praise we could ever bring, worthy of every breath we could ever breathe, we live for You.</a:t>
            </a:r>
            <a:r>
              <a:rPr lang="en-US" sz="6000" b="1" dirty="0">
                <a:latin typeface="Arial"/>
                <a:cs typeface="Arial"/>
              </a:rPr>
              <a:t> 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06678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6CC3E-B68E-C823-DED0-31A64943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631F0-001D-635A-FD1D-596AEB10B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2967938"/>
            <a:ext cx="7886700" cy="10245936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Jesus, the name above every other name, Jesus the only one who could ever save, worthy of every breath we could ever </a:t>
            </a:r>
            <a:r>
              <a:rPr lang="en-US" sz="6000" b="1">
                <a:latin typeface="Arial"/>
                <a:cs typeface="Arial"/>
              </a:rPr>
              <a:t>breathe, we live for You, Oh, we live for </a:t>
            </a:r>
            <a:r>
              <a:rPr lang="en-US" sz="6000" b="1" dirty="0">
                <a:latin typeface="Arial"/>
                <a:cs typeface="Arial"/>
              </a:rPr>
              <a:t>You. 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09215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AC39C-A549-314F-7733-38702E8CA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A7F9-E623-F7EF-4AAD-64C86846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208286"/>
            <a:ext cx="7886700" cy="6871337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Holy, there is no one like You. There is </a:t>
            </a:r>
            <a:r>
              <a:rPr lang="en-US" sz="6000" b="1">
                <a:latin typeface="Arial"/>
                <a:cs typeface="Arial"/>
              </a:rPr>
              <a:t>none beside You. </a:t>
            </a:r>
            <a:r>
              <a:rPr lang="en-US" sz="6000" b="1" dirty="0">
                <a:latin typeface="Arial"/>
                <a:cs typeface="Arial"/>
              </a:rPr>
              <a:t>Open up my eyes in wonder. </a:t>
            </a:r>
            <a:endParaRPr lang="en-US" sz="6000" dirty="0">
              <a:latin typeface="Arial"/>
              <a:cs typeface="Arial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50729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88974-FA0A-15D2-F42C-1D1C560A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C6692-EF10-C689-A3E7-C3CAA3CC5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208286"/>
            <a:ext cx="7886700" cy="6871337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Show me who You are and fill me with Your heart and lead </a:t>
            </a:r>
            <a:r>
              <a:rPr lang="en-US" sz="6000" b="1">
                <a:latin typeface="Arial"/>
                <a:cs typeface="Arial"/>
              </a:rPr>
              <a:t>me in Your love to </a:t>
            </a:r>
            <a:r>
              <a:rPr lang="en-US" sz="6000" b="1" dirty="0">
                <a:latin typeface="Arial"/>
                <a:cs typeface="Arial"/>
              </a:rPr>
              <a:t>those around me. </a:t>
            </a:r>
            <a:endParaRPr lang="en-US" sz="6000" dirty="0">
              <a:latin typeface="Arial"/>
              <a:cs typeface="Arial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87907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6A6F5-F903-FF0B-C5AC-CBAEA3DBF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68D98-2625-639D-201E-D690F8D74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839718"/>
            <a:ext cx="7886700" cy="7502769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I will build my life </a:t>
            </a:r>
            <a:r>
              <a:rPr lang="en-US" sz="6000" b="1">
                <a:latin typeface="Arial"/>
                <a:cs typeface="Arial"/>
              </a:rPr>
              <a:t>upon Your love. It is </a:t>
            </a:r>
            <a:r>
              <a:rPr lang="en-US" sz="6000" b="1" dirty="0">
                <a:latin typeface="Arial"/>
                <a:cs typeface="Arial"/>
              </a:rPr>
              <a:t>a firm foundation. I will put my trust in You alone and I will not be shaken. 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600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3010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7C1E-7C7E-D060-71B9-AB3B43BC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B3D99-7A24-593C-1C5B-3FB82A0B6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-839718"/>
            <a:ext cx="7886700" cy="7502769"/>
          </a:xfrm>
        </p:spPr>
        <p:txBody>
          <a:bodyPr vert="horz" lIns="68580" tIns="34290" rIns="68580" bIns="3429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latin typeface="Arial"/>
                <a:cs typeface="Arial"/>
              </a:rPr>
              <a:t>I will build my life </a:t>
            </a:r>
            <a:r>
              <a:rPr lang="en-US" sz="6000" b="1">
                <a:latin typeface="Arial"/>
                <a:cs typeface="Arial"/>
              </a:rPr>
              <a:t>upon Your love. It is </a:t>
            </a:r>
            <a:r>
              <a:rPr lang="en-US" sz="6000" b="1" dirty="0">
                <a:latin typeface="Arial"/>
                <a:cs typeface="Arial"/>
              </a:rPr>
              <a:t>a firm foundation. I will put my trust in You alone and I will not be shaken. 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600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620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Build My Life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206</cp:revision>
  <dcterms:created xsi:type="dcterms:W3CDTF">2013-07-15T20:26:40Z</dcterms:created>
  <dcterms:modified xsi:type="dcterms:W3CDTF">2025-05-28T19:57:40Z</dcterms:modified>
</cp:coreProperties>
</file>