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OKK8maY/GNp8PIkz7AdMm2FVJ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2282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22821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622821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96228213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22821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228213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22821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228213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96228213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96228213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Footsteps of Jesus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by Mary B.C. Slade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Music by Asa B. Everett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Sweetly, Lord,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we heard Thee calling</a:t>
            </a: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Come, follow Me!</a:t>
            </a: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we see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Thy footprints falling,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us to Thee.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Footprints of Jesus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make the pathway glow;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follow the steps of Jesus where’er they go.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t</a:t>
            </a: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hey lead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o’er the cold, dark mountains,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Seeking His sheep,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along by Siloam’s</a:t>
            </a: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Helping the weak.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Footprints of Jesus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make the pathway glow;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228213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follow the steps of Jesus where’er they go.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they lead through the temple holy,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Preaching the Word,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in homes of the poor and lowly,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Serving the Lord.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962282139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Footprints of Jesus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make the pathway glow;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2282139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follow the steps of Jesus where’er they go.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114300" y="152400"/>
            <a:ext cx="8915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 at last, when on high He sees us,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journey done,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rest where the steps of Jesus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nd at His throne.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2282139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Footprints of Jesus</a:t>
            </a:r>
            <a:b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make the pathway glow;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962282139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follow the steps of Jesus where’er they go.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