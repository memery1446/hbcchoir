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9144000"/>
  <p:notesSz cx="6858000" cy="9144000"/>
  <p:embeddedFontLst>
    <p:embeddedFont>
      <p:font typeface="Play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kyiG/BpqVFaHyIFuzE6AT+nmj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regular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Play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21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21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4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Goodness of God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143000" y="4235696"/>
            <a:ext cx="68580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Jenn Johnson, Ed Cash, Jason Ingram, Ben Fielding, and Brian Johnson 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2018 – Alletrop Music | SHOUT! Publishing | Fellow Ships Music | So Essential Tunes | Bethel Music Publishing</a:t>
            </a:r>
            <a:r>
              <a:rPr lang="en-US">
                <a:solidFill>
                  <a:schemeClr val="lt1"/>
                </a:solidFill>
              </a:rPr>
              <a:t>. </a:t>
            </a:r>
            <a:r>
              <a:rPr b="1"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</a:t>
            </a:r>
            <a:r>
              <a:rPr lang="en-US">
                <a:solidFill>
                  <a:schemeClr val="lt1"/>
                </a:solidFill>
              </a:rPr>
              <a:t> </a:t>
            </a:r>
            <a:r>
              <a:rPr b="1"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Used by permission.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b="1" lang="en-US">
                <a:solidFill>
                  <a:schemeClr val="lt1"/>
                </a:solidFill>
              </a:rPr>
              <a:t>155095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idx="1" type="body"/>
          </p:nvPr>
        </p:nvSpPr>
        <p:spPr>
          <a:xfrm>
            <a:off x="628650" y="-269928"/>
            <a:ext cx="7886700" cy="75479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n-US" sz="5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love you, Lord. Oh, your mercy never fails me. </a:t>
            </a:r>
            <a:endParaRPr sz="5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n-US" sz="5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my days I've been held in Your hands.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idx="1" type="body"/>
          </p:nvPr>
        </p:nvSpPr>
        <p:spPr>
          <a:xfrm>
            <a:off x="628650" y="-269928"/>
            <a:ext cx="7886700" cy="75479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n-US" sz="5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From the moment that I wake up until I lay my head, </a:t>
            </a:r>
            <a:endParaRPr sz="5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n-US" sz="5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will sing of the goodness of God. 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>
            <p:ph idx="1" type="body"/>
          </p:nvPr>
        </p:nvSpPr>
        <p:spPr>
          <a:xfrm>
            <a:off x="628650" y="416376"/>
            <a:ext cx="7886700" cy="62466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n-US" sz="5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my life you have been faithful. </a:t>
            </a:r>
            <a:endParaRPr sz="5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n-US" sz="5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my life you have been so, so good.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 txBox="1"/>
          <p:nvPr>
            <p:ph idx="1" type="body"/>
          </p:nvPr>
        </p:nvSpPr>
        <p:spPr>
          <a:xfrm>
            <a:off x="628650" y="496120"/>
            <a:ext cx="7886700" cy="61669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With every breath that I am able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will sing of the goodness of God.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t/>
            </a:r>
            <a:endParaRPr sz="6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/>
          <p:nvPr>
            <p:ph idx="1" type="body"/>
          </p:nvPr>
        </p:nvSpPr>
        <p:spPr>
          <a:xfrm>
            <a:off x="628650" y="-868009"/>
            <a:ext cx="7886700" cy="81460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love Your voice. You have led me through the fire.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the darkest night, You are close like no other.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"/>
          <p:cNvSpPr txBox="1"/>
          <p:nvPr>
            <p:ph idx="1" type="body"/>
          </p:nvPr>
        </p:nvSpPr>
        <p:spPr>
          <a:xfrm>
            <a:off x="628650" y="-269928"/>
            <a:ext cx="7886700" cy="75479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I've known You as a Father, I've known You as a friend. 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have lived in the goodness of God.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 txBox="1"/>
          <p:nvPr>
            <p:ph idx="1" type="body"/>
          </p:nvPr>
        </p:nvSpPr>
        <p:spPr>
          <a:xfrm>
            <a:off x="628650" y="389795"/>
            <a:ext cx="7886700" cy="62732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my life you have been faithful. </a:t>
            </a:r>
            <a:endParaRPr sz="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my life you have been so, so good.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t/>
            </a:r>
            <a:endParaRPr sz="6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 txBox="1"/>
          <p:nvPr>
            <p:ph idx="1" type="body"/>
          </p:nvPr>
        </p:nvSpPr>
        <p:spPr>
          <a:xfrm>
            <a:off x="628650" y="97400"/>
            <a:ext cx="7886700" cy="656565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With every breath that I am able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will sing of the goodness of God.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t/>
            </a:r>
            <a:endParaRPr sz="6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"/>
          <p:cNvSpPr txBox="1"/>
          <p:nvPr>
            <p:ph idx="1" type="body"/>
          </p:nvPr>
        </p:nvSpPr>
        <p:spPr>
          <a:xfrm>
            <a:off x="628650" y="-912692"/>
            <a:ext cx="7886700" cy="75757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Your goodness is running after, it's running after me. </a:t>
            </a:r>
            <a:endParaRPr sz="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Your goodness is running after, it's running after me.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t/>
            </a:r>
            <a:endParaRPr sz="6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"/>
          <p:cNvSpPr txBox="1"/>
          <p:nvPr>
            <p:ph idx="1" type="body"/>
          </p:nvPr>
        </p:nvSpPr>
        <p:spPr>
          <a:xfrm>
            <a:off x="628650" y="-1572416"/>
            <a:ext cx="7886700" cy="88504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With my life laid down, I'm surrendered now; I give you everything.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Your goodness is running after, it's running after me.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"/>
          <p:cNvSpPr txBox="1"/>
          <p:nvPr>
            <p:ph idx="1" type="body"/>
          </p:nvPr>
        </p:nvSpPr>
        <p:spPr>
          <a:xfrm>
            <a:off x="628650" y="-912692"/>
            <a:ext cx="7886700" cy="75757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Your goodness is running after, it's running after me. </a:t>
            </a:r>
            <a:endParaRPr sz="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Your goodness is running after, it's running after me.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t/>
            </a:r>
            <a:endParaRPr sz="6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/>
          <p:nvPr>
            <p:ph idx="1" type="body"/>
          </p:nvPr>
        </p:nvSpPr>
        <p:spPr>
          <a:xfrm>
            <a:off x="628650" y="-1492671"/>
            <a:ext cx="7886700" cy="87706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With my life laid down, I'm surrendered now; I give you everything.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Your goodness is running after, it's running after me.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628650" y="509411"/>
            <a:ext cx="7886700" cy="6153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my life you have been faithful. </a:t>
            </a:r>
            <a:endParaRPr sz="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my life you have been so, so good.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t/>
            </a:r>
            <a:endParaRPr sz="6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 txBox="1"/>
          <p:nvPr>
            <p:ph idx="1" type="body"/>
          </p:nvPr>
        </p:nvSpPr>
        <p:spPr>
          <a:xfrm>
            <a:off x="628650" y="-952565"/>
            <a:ext cx="7886700" cy="761561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With every breath that I am able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will sing of the goodness of God.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will sing of the goodness of God.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t/>
            </a:r>
            <a:endParaRPr sz="6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2013-07-15T20:26:40Z</dcterms:created>
</cp:coreProperties>
</file>