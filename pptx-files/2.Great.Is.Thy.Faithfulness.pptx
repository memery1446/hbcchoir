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3" roundtripDataSignature="AMtx7mi7Rl+6XSw6YB/NtLMcXdeVpTaM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9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2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3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3"/>
          <p:cNvSpPr/>
          <p:nvPr>
            <p:ph idx="2" type="pic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23"/>
          <p:cNvSpPr txBox="1"/>
          <p:nvPr>
            <p:ph idx="1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8" name="Google Shape;38;p2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4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4"/>
          <p:cNvSpPr txBox="1"/>
          <p:nvPr>
            <p:ph idx="1" type="body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4" name="Google Shape;44;p24"/>
          <p:cNvSpPr txBox="1"/>
          <p:nvPr>
            <p:ph idx="2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5" name="Google Shape;45;p2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6"/>
          <p:cNvSpPr txBox="1"/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6"/>
          <p:cNvSpPr txBox="1"/>
          <p:nvPr>
            <p:ph idx="1" type="body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26"/>
          <p:cNvSpPr txBox="1"/>
          <p:nvPr>
            <p:ph idx="2" type="body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3" type="body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26"/>
          <p:cNvSpPr txBox="1"/>
          <p:nvPr>
            <p:ph idx="4" type="body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2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2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2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8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71" name="Google Shape;71;p2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9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66699"/>
            </a:gs>
            <a:gs pos="100000">
              <a:srgbClr val="373752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5400012" scaled="0"/>
        </a:gra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4384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i="0" lang="en-US" sz="48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Great Is Thy Faithfulness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723900" y="4191000"/>
            <a:ext cx="76962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by Thomas O. Chisholm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Music by William M. Runyan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Copyright 1923. Renewed 1951 Hope Publishing Company, Carol Stream, IL 60188. All rights reserved. Used by permission.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CCLI # ____________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7696200" y="5943600"/>
            <a:ext cx="12954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96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5400012" scaled="0"/>
        </a:gra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>
            <p:ph type="title"/>
          </p:nvPr>
        </p:nvSpPr>
        <p:spPr>
          <a:xfrm>
            <a:off x="152400" y="-457200"/>
            <a:ext cx="8839200" cy="71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Great is Thy faithfulness</a:t>
            </a:r>
            <a:b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 God, my Father</a:t>
            </a:r>
            <a:b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There is no shadow of</a:t>
            </a:r>
            <a:b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turning with Thee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5400012" scaled="0"/>
        </a:gra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Thou changest not</a:t>
            </a:r>
            <a:b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Thy compassions, </a:t>
            </a:r>
            <a:b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they fail not</a:t>
            </a:r>
            <a:b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As Thou hast been</a:t>
            </a:r>
            <a:b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Thou forever wilt be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5400012" scaled="0"/>
        </a:gra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 txBox="1"/>
          <p:nvPr>
            <p:ph type="title"/>
          </p:nvPr>
        </p:nvSpPr>
        <p:spPr>
          <a:xfrm>
            <a:off x="152400" y="0"/>
            <a:ext cx="8839200" cy="66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Great is Thy faithfulness</a:t>
            </a:r>
            <a:b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Great is Thy faithfulness</a:t>
            </a:r>
            <a:b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Morning by morning</a:t>
            </a:r>
            <a:b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new mercies I see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5400012" scaled="0"/>
        </a:gra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 I have needed</a:t>
            </a:r>
            <a:b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Thy hand hath provided</a:t>
            </a:r>
            <a:b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Great is Thy faithfulness</a:t>
            </a:r>
            <a:b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Lord, unto me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5400012" scaled="0"/>
        </a:gra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"/>
          <p:cNvSpPr txBox="1"/>
          <p:nvPr>
            <p:ph type="title"/>
          </p:nvPr>
        </p:nvSpPr>
        <p:spPr>
          <a:xfrm>
            <a:off x="152400" y="-381000"/>
            <a:ext cx="8839200" cy="708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Summer and winter</a:t>
            </a:r>
            <a:b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 springtime and harvest</a:t>
            </a:r>
            <a:b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Sun, moon, and stars</a:t>
            </a:r>
            <a:b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 their courses above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5400012" scaled="0"/>
        </a:gra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Join with all nature</a:t>
            </a:r>
            <a:b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 manifold witness</a:t>
            </a:r>
            <a:b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 Thy great faithfulness mercy, and love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5400012" scaled="0"/>
        </a:gra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"/>
          <p:cNvSpPr txBox="1"/>
          <p:nvPr>
            <p:ph type="title"/>
          </p:nvPr>
        </p:nvSpPr>
        <p:spPr>
          <a:xfrm>
            <a:off x="152400" y="-76200"/>
            <a:ext cx="8839200" cy="678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Great is Thy faithfulness</a:t>
            </a:r>
            <a:b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Great is Thy faithfulness</a:t>
            </a:r>
            <a:b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Morning by morning</a:t>
            </a:r>
            <a:b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new mercies I see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5400012" scaled="0"/>
        </a:gra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9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 I have needed</a:t>
            </a:r>
            <a:b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Thy hand hath provided</a:t>
            </a:r>
            <a:b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Great is Thy faithfulness</a:t>
            </a:r>
            <a:b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Lord, unto me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5400012" scaled="0"/>
        </a:gra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Pardon for sin</a:t>
            </a:r>
            <a:b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 a peace that endureth</a:t>
            </a:r>
            <a:b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Thine own dear presence</a:t>
            </a:r>
            <a:b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 cheer and to guide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5400012" scaled="0"/>
        </a:gra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"/>
          <p:cNvSpPr txBox="1"/>
          <p:nvPr>
            <p:ph type="title"/>
          </p:nvPr>
        </p:nvSpPr>
        <p:spPr>
          <a:xfrm>
            <a:off x="228600" y="152400"/>
            <a:ext cx="86868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Strength for today</a:t>
            </a:r>
            <a:b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 bright hope for tomorrow</a:t>
            </a:r>
            <a:b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Blessings all mine</a:t>
            </a:r>
            <a:b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with ten thousand beside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5400012" scaled="0"/>
        </a:gra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2"/>
          <p:cNvSpPr txBox="1"/>
          <p:nvPr>
            <p:ph type="title"/>
          </p:nvPr>
        </p:nvSpPr>
        <p:spPr>
          <a:xfrm>
            <a:off x="152400" y="0"/>
            <a:ext cx="8763000" cy="67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Great is Thy faithfulness</a:t>
            </a:r>
            <a:b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Great is Thy faithfulness</a:t>
            </a:r>
            <a:b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Morning by morning</a:t>
            </a:r>
            <a:b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new mercies I see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5400012" scaled="0"/>
        </a:gra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3"/>
          <p:cNvSpPr txBox="1"/>
          <p:nvPr>
            <p:ph type="title"/>
          </p:nvPr>
        </p:nvSpPr>
        <p:spPr>
          <a:xfrm>
            <a:off x="152400" y="152400"/>
            <a:ext cx="87630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 I have needed</a:t>
            </a:r>
            <a:b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Thy hand hath provided</a:t>
            </a:r>
            <a:b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Great is Thy faithfulness</a:t>
            </a:r>
            <a:b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Lord, unto me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5400012" scaled="0"/>
        </a:gra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4"/>
          <p:cNvSpPr txBox="1"/>
          <p:nvPr>
            <p:ph type="title"/>
          </p:nvPr>
        </p:nvSpPr>
        <p:spPr>
          <a:xfrm>
            <a:off x="152400" y="152400"/>
            <a:ext cx="87630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Great is Thy faithfulness</a:t>
            </a:r>
            <a:b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Great is Thy faithfulness</a:t>
            </a:r>
            <a:b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Morning by morning</a:t>
            </a:r>
            <a:b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new mercies I see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5400012" scaled="0"/>
        </a:gra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5"/>
          <p:cNvSpPr txBox="1"/>
          <p:nvPr>
            <p:ph type="title"/>
          </p:nvPr>
        </p:nvSpPr>
        <p:spPr>
          <a:xfrm>
            <a:off x="152400" y="762000"/>
            <a:ext cx="8763000" cy="586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 I have needed</a:t>
            </a:r>
            <a:b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Thy hand hath provided</a:t>
            </a:r>
            <a:br>
              <a:rPr b="1" i="0" lang="en-US" sz="6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5400012" scaled="0"/>
        </a:gra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6"/>
          <p:cNvSpPr txBox="1"/>
          <p:nvPr>
            <p:ph type="title"/>
          </p:nvPr>
        </p:nvSpPr>
        <p:spPr>
          <a:xfrm>
            <a:off x="152400" y="1524000"/>
            <a:ext cx="87630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Great is Thy faithfulness</a:t>
            </a:r>
            <a:b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b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Great is Thy faithfulness</a:t>
            </a:r>
            <a:br>
              <a:rPr b="1" i="0" lang="en-US" sz="6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i="0" lang="en-US" sz="6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5400012" scaled="0"/>
        </a:gra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7"/>
          <p:cNvSpPr txBox="1"/>
          <p:nvPr>
            <p:ph type="title"/>
          </p:nvPr>
        </p:nvSpPr>
        <p:spPr>
          <a:xfrm>
            <a:off x="152400" y="1447800"/>
            <a:ext cx="87630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i="0" lang="en-US" sz="4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(Sing out last time!)</a:t>
            </a:r>
            <a:r>
              <a:rPr b="1" i="0" lang="en-US" sz="4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b="1" i="0" lang="en-US" sz="6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i="0" lang="en-US" sz="6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Great is Thy faithfulness </a:t>
            </a:r>
            <a:b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6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Lord unto me.</a:t>
            </a:r>
            <a:r>
              <a:rPr b="1" i="0" lang="en-US" sz="6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b="1" i="0" lang="en-US" sz="6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i="0" lang="en-US" sz="6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>Mark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