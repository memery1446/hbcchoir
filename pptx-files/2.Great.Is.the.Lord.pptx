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S6LqM5HrwbfULDJL6W/FzZZyu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451a8e1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451a8e12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451a8e12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8451a8e12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451a8e1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8451a8e12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451a8e1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8451a8e12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451a8e12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8451a8e12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451a8e12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451a8e12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451a8e12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451a8e12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451a8e12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451a8e12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451a8e12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451a8e12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451a8e12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8451a8e12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451a8e1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8451a8e12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451a8e12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451a8e12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451a8e12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451a8e12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the Lord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Michael W. Smith and Deborah D. Smith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1982 Meadowgreen Music Co. (ASCAP) (admin. by EMI CMG Publishing).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is holy and just;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451a8e12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By His power we trust in His love.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is faithful and true;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451a8e12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By His mercy He proves He is love.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glory!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451a8e12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praise.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Now lift up your voice,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now lift up your voice: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451a8e12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Great is the Lord!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451a8e12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is holy and just;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451a8e124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By His power we trust in His love.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451a8e124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is faithful and true;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451a8e124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By His mercy He proves He is love.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451a8e124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glory!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451a8e124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praise.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451a8e124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Now lift up your voice,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now lift up your voice: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451a8e124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Lord!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Great is the Lord!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are You,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glory!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451a8e124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are You,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worthy of praise.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are You, Lord;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lift up my voice,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lift up my voice: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>
            <a:off x="228600" y="288925"/>
            <a:ext cx="86868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are You, Lord!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Great are You, Lord!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