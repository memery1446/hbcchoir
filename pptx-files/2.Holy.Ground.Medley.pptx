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3F2630-AA46-4832-948A-68E0E26D0D7B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lang="en-US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4D32FC-AFC3-4810-AA5F-2E9A3C21D77E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A1328D-F9BD-44A9-99A6-F4FDB76F8A74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5C55A3-0643-4AC3-9A1C-8610D797EE7D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FDD4F3-3B56-4AAA-8682-FA988EF853F8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5961C4-74D9-4635-B083-547081CD25C2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30360" y="457200"/>
            <a:ext cx="29491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88764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30360" y="2057400"/>
            <a:ext cx="29491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574F65-5C6C-4E99-8AF7-A99CACBADE8E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0360" y="457200"/>
            <a:ext cx="29491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88764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30360" y="2057400"/>
            <a:ext cx="29491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BADBD9-E13C-418A-AC78-175F5E2150E2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6DCEF8-3F29-401E-BC8A-6432584D7AEC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303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30360" y="1681200"/>
            <a:ext cx="38682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30360" y="2505240"/>
            <a:ext cx="386820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72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728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C00A24-E0F8-46BB-8BDC-3F46D1FBE730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gradFill rotWithShape="0">
          <a:gsLst>
            <a:gs pos="0">
              <a:srgbClr val="046441"/>
            </a:gs>
            <a:gs pos="100000">
              <a:srgbClr val="022e1e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BAB18A-E8D5-4839-B710-8CB323B7E966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6160" y="914400"/>
            <a:ext cx="7772040" cy="121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sng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Holy Ground Medley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914400" y="2286000"/>
            <a:ext cx="731484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Words and Music by Christopher Beatty and Geron Davis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© Copyright 1983 Songchannel Music Co. (ASCAP)/Meadowgreen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Music Company (ASCAP) (both admin. by EMI CMG Publishing).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All rights reserved. Used by permission.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CCLI # 155095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© Copyright 1982 Birdwing Music (ASCAP)/BMG Songs (ASCAP)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(both admin. by EMI CMG Publishing).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All rights reserved. Used by permission.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CCLI # 155095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7924680" y="5943600"/>
            <a:ext cx="121896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4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71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This is holy ground;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We’re standing on holy ground,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For the Lord is present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where He is is holy.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This is holy ground;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We’re standing on holy ground,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For the Lord is present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where He is is holy.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4480" y="250920"/>
            <a:ext cx="8915040" cy="63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These are holy hands;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He’s given us holy hands.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4480" y="250920"/>
            <a:ext cx="8915040" cy="63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He works through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these hands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so these hands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are holy.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4480" y="250920"/>
            <a:ext cx="8915040" cy="63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These are holy hands;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He’s given us holy hands.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4480" y="250920"/>
            <a:ext cx="8915040" cy="63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He works through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these hands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so these hands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are holy.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on holy ground,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I know that there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are angels all around.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280" y="274680"/>
            <a:ext cx="8838720" cy="627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Let us praise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Jesus now;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280" y="274680"/>
            <a:ext cx="8838720" cy="62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in His presence on holy ground.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on holy ground,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280" y="152280"/>
            <a:ext cx="8838720" cy="65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And I know that there</a:t>
            </a:r>
            <a:br>
              <a:rPr sz="6000"/>
            </a:b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are angels all around.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280" y="274680"/>
            <a:ext cx="8838720" cy="62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Let us praise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Jesus now;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280" y="274680"/>
            <a:ext cx="8838720" cy="62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in His presence, 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in His presence,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24242"/>
            </a:gs>
            <a:gs pos="100000">
              <a:srgbClr val="01010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280" y="274680"/>
            <a:ext cx="8838720" cy="62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lang="en-U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We are standing in His presence on holy ground.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  <dc:description/>
  <dc:language>en-US</dc:language>
  <cp:lastModifiedBy/>
  <dcterms:modified xsi:type="dcterms:W3CDTF">2026-02-09T14:01:26Z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