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LWwHtc3FdtXgOJRaGdJZn5nL4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71a63bed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" name="Google Shape;37;g371a63bedb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71a63bedb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g371a63bedb4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1a63bed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g371a63bedb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1a63bedb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71a63bedb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1a63bedb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71a63bedb4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1a63bedb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71a63bedb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1a63bedb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71a63bedb4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1a63bed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71a63bedb4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1a63bedb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71a63bedb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304800" y="2590800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I’ve Got Peace Like a River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876800"/>
            <a:ext cx="7391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Music: Spiritual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I’ve got peace like a river,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I’ve got peace like a river,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71a63bedb4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I’ve got peace like a river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my soul!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1a63bedb4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I’ve got peace like a river,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I’ve got peace like a river,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71a63bedb4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I’ve got peace like a river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my soul.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I’ve got love like </a:t>
            </a:r>
            <a:r>
              <a:rPr b="1" lang="en-US" sz="5900">
                <a:solidFill>
                  <a:schemeClr val="lt1"/>
                </a:solidFill>
              </a:rPr>
              <a:t>an ocean,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I’ve got love </a:t>
            </a:r>
            <a:r>
              <a:rPr b="1" lang="en-US" sz="5900">
                <a:solidFill>
                  <a:schemeClr val="lt1"/>
                </a:solidFill>
              </a:rPr>
              <a:t>like an ocean,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1a63bedb4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love like an ocean </a:t>
            </a:r>
            <a:r>
              <a:rPr b="1" i="0" lang="en-US" sz="5900" u="none">
                <a:solidFill>
                  <a:schemeClr val="lt1"/>
                </a:solidFill>
              </a:rPr>
              <a:t>in my soul!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1a63bedb4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love like an ocean,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love like an ocean,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1a63bedb4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love like an ocean </a:t>
            </a:r>
            <a:r>
              <a:rPr b="1" i="0" lang="en-US" sz="5900" u="none">
                <a:solidFill>
                  <a:schemeClr val="lt1"/>
                </a:solidFill>
              </a:rPr>
              <a:t>in my soul.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I’ve got joy like a </a:t>
            </a:r>
            <a:r>
              <a:rPr b="1" lang="en-US" sz="5900">
                <a:solidFill>
                  <a:schemeClr val="lt1"/>
                </a:solidFill>
              </a:rPr>
              <a:t>fountain,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I’ve got joy like a </a:t>
            </a:r>
            <a:r>
              <a:rPr b="1" lang="en-US" sz="5900">
                <a:solidFill>
                  <a:schemeClr val="lt1"/>
                </a:solidFill>
              </a:rPr>
              <a:t>fountain,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1a63bedb4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joy like a fountain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my soul!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1a63bedb4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joy like a fountain,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joy like a fountain,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1a63bedb4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got joy like a fountain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 my soul!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