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JLx1te1WSyXyFZijcIicnBaR5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343400"/>
            <a:ext cx="7543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Martin Smith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1994 Curious? Music UK (PRS) (admin. In the U.S. and Canada by EMI CMG Publishing).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____________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 the mountains and the sea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river runs with love for me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 will open up my heart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let the Healer set me free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I’m happy to be in the truth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 will daily lift my hands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I will always sing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when Your love came down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 the mountains and the sea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river runs with love for me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 will open up my heart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let the Healer set me free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I’m happy to be in the truth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 will daily lift my hands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I will always sing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when Your love came down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(sing 4x)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I feel like dancing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It’s foolishness, I know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when the world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has seen the light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will dance with joy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like we’re dancing now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forever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(sing 4x)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could sing of Your love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