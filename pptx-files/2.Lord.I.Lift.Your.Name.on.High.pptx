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jRshD9irpym7yDx9PBuufgop4H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85e6671b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85e6671b8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5e6671b8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85e6671b8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5e6671b8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85e6671b8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5e6671b8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85e6671b8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5e6671b8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85e6671b8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5e6671b8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85e6671b87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5e6671b8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85e6671b8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5e6671b8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85e6671b87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5e6671b8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85e6671b87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5e6671b8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85e6671b87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5e6671b8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85e6671b87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5e6671b8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85e6671b87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5e6671b8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85e6671b87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5e6671b8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85e6671b87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5e6671b8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85e6671b87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85002B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0" y="2286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Lord, I Lift Your Name on High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00100" y="4267200"/>
            <a:ext cx="7543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Rick Founds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1989 Maranatha Praise, Inc. (ASCAP) (admin. by Music Services, Inc.) 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Lord, I lift Your name on high.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Lord, I love to sing Your praises.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85e6671b87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so glad You’re in my life.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so glad You came to save us.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85e6671b87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Lord, I lift Your name on high.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Lord, I love to sing Your praises.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85e6671b87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so glad You’re in my life.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so glad You came to save us.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came from heaven to earth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show the way,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5e6671b87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From the earth to the cross,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debt to pay,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From the cross to the grave,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From the grave to the sky,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5e6671b87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Lord, I lift Your name on high!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5e6671b87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Lord, I lift Your name on high.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Lord, I love to sing Your praises.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5e6671b87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so glad You’re in my life.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so glad You came to save us.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5e6671b87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came from heaven to earth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show the way,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5e6671b87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From the earth to the cross,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debt to pay,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5e6671b87_0_3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From the cross to the grave,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From the grave to the sky,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5e6671b87_0_4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Lord, I lift Your name on high!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5e6671b87_0_4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came from heaven to earth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show the way,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5e6671b87_0_4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From the earth to the cross,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debt to pay,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5e6671b87_0_5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From the cross to the grave,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From the grave to the sky,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5e6671b87_0_5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Lord, I lift Your name on high!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1" lang="en-US" sz="5900">
                <a:solidFill>
                  <a:schemeClr val="lt1"/>
                </a:solidFill>
              </a:rPr>
              <a:t>(sing 3x)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