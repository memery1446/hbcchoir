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h0mIJTr3AGuqhkXKmDDHvT27XZ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5563287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5563287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55632871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55632871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dead63c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bdead63ce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b41293a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bb41293a5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b41293a5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b41293a5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ead63ce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bdead63ce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b41293a5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bb41293a5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5563287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55632871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ead63ce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dead63ce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b41293a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bb41293a5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b41293a5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bb41293a58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b41293a5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bb41293a58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41293a5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bb41293a58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b41293a5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bb41293a5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b41293a5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bb41293a5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b41293a5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bb41293a5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574675" y="2133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Raise a Hallelujah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00100" y="4267200"/>
            <a:ext cx="7543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Jake Stevens | Jonathan David Helser |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Melissa Helser | Molly Skaggs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2018 Quiltmaker Music; Bethel Music Publishing</a:t>
            </a:r>
            <a:r>
              <a:rPr lang="en-US" sz="1800">
                <a:solidFill>
                  <a:schemeClr val="lt1"/>
                </a:solidFill>
              </a:rPr>
              <a:t> All rights reserved. Used by permission. CCLI  #155095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raise a hallelujah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the presence of my enemies.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raise a hallelujah louder than</a:t>
            </a:r>
            <a:r>
              <a:rPr b="1" lang="en-US" sz="5800">
                <a:solidFill>
                  <a:schemeClr val="lt1"/>
                </a:solidFill>
              </a:rPr>
              <a:t> the unbelief.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55632871e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raise a hallelujah,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my weapon is a melody.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raise a hallelujah. Heaven comes to fight for me.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90512"/>
            <a:ext cx="8839200" cy="627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gonna sing in the middle of the storm.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Louder and louder you’re gonna hear my praises roar.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55632871e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Up from the ashes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hope will arise.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Death is defeated, 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the King is alive!</a:t>
            </a:r>
            <a:endParaRPr b="1" sz="5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raise a hallelujah with everything inside of 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raise a hallelujah; I will watch the </a:t>
            </a:r>
            <a:r>
              <a:rPr b="1" lang="en-US" sz="5800">
                <a:solidFill>
                  <a:schemeClr val="lt1"/>
                </a:solidFill>
              </a:rPr>
              <a:t>darkness flee.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ead63ce0_0_0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raise a hallelujah in the middle of the mystery.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raise a hallelujah. 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Fear you lost your hold on me.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b41293a58_0_0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gonna sing in the middle of the storm.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Louder and louder you’re gonna hear my praises roar.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b41293a58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Up from the ashes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hope will arise.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Death is defeated,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is alive!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ead63ce0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 little louder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(Sing a little louder)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 little louder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(Sing a little louder)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b41293a58_0_8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 little louder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(Sing a little louder)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 little louder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(Sing a little louder)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55632871e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Sing a little louder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in the presence of my enemies.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Sing a little louder,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louder than the unbelief.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ead63ce0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Sing a little louder,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my weapon is a melody.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Sing a little louder, 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Heaven comes to fight for me.</a:t>
            </a:r>
            <a:endParaRPr b="1" sz="5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b41293a58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Sing a little louder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in the presence of my enemies.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Sing a little louder,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louder than the unbelief.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b41293a58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Sing a little louder,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my weapon is a melody.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Sing a little louder, 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Heaven comes to fight for me.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Sing a little louder!</a:t>
            </a:r>
            <a:endParaRPr b="1" sz="5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b41293a58_0_28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gonna sing in the middle of the storm.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Louder and louder you’re gonna hear my praises roar.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b41293a58_0_32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Up from the ashes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hope will arise.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Death is defeated,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is alive!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rgbClr val="B9003C"/>
                </a:solidFill>
              </a:rPr>
              <a:t>(***)</a:t>
            </a:r>
            <a:endParaRPr b="1" sz="5900">
              <a:solidFill>
                <a:srgbClr val="B9003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b41293a58_0_20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gonna sing in the middle of the storm.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Louder and louder you’re gonna hear my praises roar.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b41293a58_0_2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Up from the ashes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hope will arise.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Death is defeated,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is alive!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b41293a58_0_36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raise a hallelujah.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</a:rPr>
              <a:t>(sing 4x)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