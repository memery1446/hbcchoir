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tArs4WGUYyiH6+umfPfS2emOH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1817e8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891817e86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91817e86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891817e861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1817e86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891817e861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91817e86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891817e861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91817e86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891817e861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91817e86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891817e861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91817e86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891817e861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91817e86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891817e86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91817e86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891817e861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91817e86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891817e861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8" name="Google Shape;3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4" name="Google Shape;44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5" name="Google Shape;45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4" name="Google Shape;64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Soon and Very Soon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914400" y="3962400"/>
            <a:ext cx="73152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Andraé Crouch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1971 Crouch Music (ASCAP)/Bud John Songs (ASCAP) (both admin. by EMI CMG Publishing).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Used by permission.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91817e861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Soon and very soon,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we are going to see the King.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3x)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91817e861_0_20"/>
          <p:cNvSpPr txBox="1"/>
          <p:nvPr>
            <p:ph type="title"/>
          </p:nvPr>
        </p:nvSpPr>
        <p:spPr>
          <a:xfrm>
            <a:off x="152400" y="228600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Hallelujah! Hallelujah!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We’re going to see the King.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152400" y="304800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 more </a:t>
            </a:r>
            <a:r>
              <a:rPr b="1" lang="en-US" sz="5900">
                <a:solidFill>
                  <a:schemeClr val="lt1"/>
                </a:solidFill>
              </a:rPr>
              <a:t>cr</a:t>
            </a:r>
            <a:r>
              <a:rPr b="1" i="0" lang="en-US" sz="5900" u="none">
                <a:solidFill>
                  <a:schemeClr val="lt1"/>
                </a:solidFill>
              </a:rPr>
              <a:t>ying there,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we are going to see the King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3x)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91817e861_0_36"/>
          <p:cNvSpPr txBox="1"/>
          <p:nvPr>
            <p:ph type="title"/>
          </p:nvPr>
        </p:nvSpPr>
        <p:spPr>
          <a:xfrm>
            <a:off x="152400" y="228600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Hallelujah! Hallelujah!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We’re going to see the King.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91817e861_0_32"/>
          <p:cNvSpPr txBox="1"/>
          <p:nvPr>
            <p:ph type="title"/>
          </p:nvPr>
        </p:nvSpPr>
        <p:spPr>
          <a:xfrm>
            <a:off x="152400" y="304800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No more </a:t>
            </a:r>
            <a:r>
              <a:rPr b="1" lang="en-US" sz="5900">
                <a:solidFill>
                  <a:schemeClr val="lt1"/>
                </a:solidFill>
              </a:rPr>
              <a:t>d</a:t>
            </a:r>
            <a:r>
              <a:rPr b="1" i="0" lang="en-US" sz="5900" u="none">
                <a:solidFill>
                  <a:schemeClr val="lt1"/>
                </a:solidFill>
              </a:rPr>
              <a:t>ying there,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we are going to see the King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3x)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52400" y="228600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Hallelujah! Hallelujah!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We’re going to see the King.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91817e861_0_40"/>
          <p:cNvSpPr txBox="1"/>
          <p:nvPr>
            <p:ph type="title"/>
          </p:nvPr>
        </p:nvSpPr>
        <p:spPr>
          <a:xfrm>
            <a:off x="152400" y="228600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Should there be any rivers we must cross,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91817e861_0_44"/>
          <p:cNvSpPr txBox="1"/>
          <p:nvPr>
            <p:ph type="title"/>
          </p:nvPr>
        </p:nvSpPr>
        <p:spPr>
          <a:xfrm>
            <a:off x="152400" y="228600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Should there be any mountains we must climb;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1817e861_0_48"/>
          <p:cNvSpPr txBox="1"/>
          <p:nvPr>
            <p:ph type="title"/>
          </p:nvPr>
        </p:nvSpPr>
        <p:spPr>
          <a:xfrm>
            <a:off x="152400" y="228600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will supply all the strength that we need,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91817e861_0_52"/>
          <p:cNvSpPr txBox="1"/>
          <p:nvPr>
            <p:ph type="title"/>
          </p:nvPr>
        </p:nvSpPr>
        <p:spPr>
          <a:xfrm>
            <a:off x="152400" y="228600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Give us grace till we reach the other side.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91817e861_0_80"/>
          <p:cNvSpPr txBox="1"/>
          <p:nvPr>
            <p:ph type="title"/>
          </p:nvPr>
        </p:nvSpPr>
        <p:spPr>
          <a:xfrm>
            <a:off x="152400" y="228600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Soon and very soon,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 see Him face to face.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3x)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91817e861_0_84"/>
          <p:cNvSpPr txBox="1"/>
          <p:nvPr>
            <p:ph type="title"/>
          </p:nvPr>
        </p:nvSpPr>
        <p:spPr>
          <a:xfrm>
            <a:off x="152400" y="228600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Hallelujah! Hallelujah!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We’re going to see the King.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3x)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