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hG7wozcwC3t35GAcy6UsKuKkTZ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aa58df1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caa58df12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a58df12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aa58df12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befa332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befa332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The Lord Is My Shepherd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Joshua Blakesley; Psalm 23:1-3, 3-4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1998, 2003, Joshua Blakesley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The Lord is my shepherd;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there is nothing I shall want.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>
                <a:solidFill>
                  <a:schemeClr val="lt1"/>
                </a:solidFill>
              </a:rPr>
              <a:t>(sing 4x)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lets me rest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In open fields so green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leads me to the quiet stream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gives me strength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guides me in his ways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renews his promises each day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aa58df123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The Lord is my shepherd;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there is nothing I shall want.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>
                <a:solidFill>
                  <a:schemeClr val="lt1"/>
                </a:solidFill>
              </a:rPr>
              <a:t>(sing 2x)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is my guide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shepherd and my king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in my fear he offers peace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Though I walk through the valley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 will not be afraid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You will protect me; I’ll be saved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a58df123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The Lord is my shepherd;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there is nothing I shall want.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>
                <a:solidFill>
                  <a:schemeClr val="lt1"/>
                </a:solidFill>
              </a:rPr>
              <a:t>(sing 4x)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befa33298_1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 shall not want.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