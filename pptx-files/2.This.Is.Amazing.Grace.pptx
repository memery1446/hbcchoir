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gpg4e+8mdoUp7ZqaOx63BAXbwl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5e8c98b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85e8c98bf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5e8c98b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85e8c98bf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5e62e14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85e62e14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5e8c98bf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85e8c98bf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5e62e14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5e62e148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e62e148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85e62e148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e62e14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5e62e148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e62e14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5e62e148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e62e148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5e62e148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e696d5b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5e696d5b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e8c98b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5e8c98bf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e8c98b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5e8c98bf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5e8c98bf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5e8c98bf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e8c98bf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5e8c98bf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5e8c98bf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5e8c98bf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5e8c98bf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5e8c98bf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e8c98bf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5e8c98bf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5e8c98bf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5e8c98bf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5e696d5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5e696d5b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5e696d5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5e696d5b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5e8c98bf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5e8c98bf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5e8c98bf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5e8c98bf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5e8c98bf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85e8c98bf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5e8c98bf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85e8c98bf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5e8c98bf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5e8c98bf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5e8c98bf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85e8c98bf7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5e8c98bf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85e8c98bf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5e8c98bf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85e8c98bf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5e8c98bf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85e8c98bf7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5e8c98bf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85e8c98bf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5e8c98bf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85e8c98bf7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5e8c98bf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85e8c98bf7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5e8c98bf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85e8c98bf7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This Is Amazing Grace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114800"/>
            <a:ext cx="7315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</a:t>
            </a:r>
            <a:r>
              <a:rPr lang="en-US" sz="1800">
                <a:solidFill>
                  <a:schemeClr val="lt1"/>
                </a:solidFill>
              </a:rPr>
              <a:t>Jeremy Riddle, Josh Farro, Phil Wickham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2012 Phil Wickham Music; Seems Like Music; Sing My Songs; Bethel Music Publishing; WC Music Corp. </a:t>
            </a:r>
            <a:r>
              <a:rPr lang="en-US" sz="1800">
                <a:solidFill>
                  <a:schemeClr val="lt1"/>
                </a:solidFill>
              </a:rPr>
              <a:t> All rights reserved.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Used by permission. CCLI #155095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breaks the power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sin and darkness?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5e8c98bf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Whose love is mighty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so much stronger?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5e8c98bf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of Glory,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the King above all kings.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shakes the whole earth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holy thunder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5e62e148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of Glory,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the King above all kings.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e8c98bf7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leaves us breathless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awe and wonder?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e62e1484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is amazing grace!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is unf</a:t>
            </a: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lang="en-US" sz="5900">
                <a:solidFill>
                  <a:schemeClr val="lt1"/>
                </a:solidFill>
              </a:rPr>
              <a:t>iling love: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5e62e148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take my place,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bear my cross.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laid down Your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e62e148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would be set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Jesus I sing for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You've done for 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5e62e148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brings our chaos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back into order?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makes the orphan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son and daughter?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5e62e1484_0_24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of Glory,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of Glory!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rules the nations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truth and justice?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e696d5b2_0_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Shines like the sun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of its brilliance?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5e8c98bf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of Glory,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the King above all kings.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5e8c98bf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is amazing grace!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e8c98bf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is unfailing love: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e8c98bf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take my place,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e8c98bf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bear my cross.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5e8c98bf7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laid down Your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5e8c98bf7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would be set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5e8c98bf7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Jesus I sing for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You've done for 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5e696d5b2_0_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Lamb who was slain!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5e696d5b2_0_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King who conquered the grave!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5e8c98bf7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Lamb who was slain!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5e8c98bf7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King who conquered the grave!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5e8c98bf7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Lamb who was slain!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5e8c98bf7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King who conquered the grave!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e8c98bf7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is the Lamb who was slain!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5e8c98bf7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Worthy, worthy, worthy!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5e8c98bf7_0_6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</a:t>
            </a:r>
            <a:r>
              <a:rPr b="1" lang="en-US" sz="5900">
                <a:solidFill>
                  <a:schemeClr val="lt1"/>
                </a:solidFill>
              </a:rPr>
              <a:t>his is amazing grace!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5e8c98bf7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This is unfailing love: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5e8c98bf7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take my place,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e8c98bf7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 would bear my cross.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5e8c98bf7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laid down Your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5e8c98bf7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I would be set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5e8c98bf7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Jesus I sing for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that You've done for 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