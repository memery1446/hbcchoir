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9" roundtripDataSignature="AMtx7miDmXuAsORiwtxSghCJtMwTiqC7i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customschemas.google.com/relationships/presentationmetadata" Target="metadata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4" name="Google Shape;24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1" name="Google Shape;3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6" name="Google Shape;3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1" name="Google Shape;4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g38917f9b8d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6" name="Google Shape;46;g38917f9b8d0_0_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1" name="Google Shape;51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6" name="Google Shape;56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ffa108ff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1" name="Google Shape;61;g3cffa108ffa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cffa108ffa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6" name="Google Shape;66;g3cffa108ffa_0_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1" name="Google Shape;7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6" name="Google Shape;7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cffa108ffa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1" name="Google Shape;81;g3cffa108ffa_0_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cffa108ffa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6" name="Google Shape;86;g3cffa108ffa_0_1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layout with centered title and subtitle placeholders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2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2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lvl="1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lvl="2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lvl="3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lvl="4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lvl="5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lvl="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lvl="7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lvl="8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/>
        </p:txBody>
      </p:sp>
      <p:sp>
        <p:nvSpPr>
          <p:cNvPr id="14" name="Google Shape;14;p12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2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2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/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3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3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3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666699"/>
            </a:gs>
            <a:gs pos="100000">
              <a:srgbClr val="4C4C73"/>
            </a:gs>
          </a:gsLst>
          <a:lin ang="5400000" scaled="0"/>
        </a:gra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1"/>
          <p:cNvSpPr txBox="1"/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4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1"/>
          <p:cNvSpPr txBox="1"/>
          <p:nvPr>
            <p:ph idx="1" type="body"/>
          </p:nvPr>
        </p:nvSpPr>
        <p:spPr>
          <a:xfrm>
            <a:off x="457200" y="1600200"/>
            <a:ext cx="8229600" cy="45259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1"/>
          <p:cNvSpPr txBox="1"/>
          <p:nvPr>
            <p:ph idx="10" type="dt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11"/>
          <p:cNvSpPr txBox="1"/>
          <p:nvPr>
            <p:ph idx="11" type="ftr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11"/>
          <p:cNvSpPr txBox="1"/>
          <p:nvPr>
            <p:ph idx="12" type="sldNum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"/>
          <p:cNvSpPr txBox="1"/>
          <p:nvPr>
            <p:ph type="ctrTitle"/>
          </p:nvPr>
        </p:nvSpPr>
        <p:spPr>
          <a:xfrm>
            <a:off x="685800" y="2438400"/>
            <a:ext cx="77724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Arial"/>
              <a:buNone/>
            </a:pPr>
            <a:r>
              <a:rPr b="0" i="0" lang="en-US" sz="540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Worthy of Worship</a:t>
            </a:r>
            <a:endParaRPr/>
          </a:p>
        </p:txBody>
      </p:sp>
      <p:sp>
        <p:nvSpPr>
          <p:cNvPr id="27" name="Google Shape;27;p1"/>
          <p:cNvSpPr txBox="1"/>
          <p:nvPr>
            <p:ph idx="1" type="subTitle"/>
          </p:nvPr>
        </p:nvSpPr>
        <p:spPr>
          <a:xfrm>
            <a:off x="723900" y="4191000"/>
            <a:ext cx="7696200" cy="23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Words by Terry W. York</a:t>
            </a:r>
            <a:endParaRPr/>
          </a:p>
          <a:p>
            <a:pPr indent="0" lvl="0" marL="0" marR="0" rtl="0" algn="ctr">
              <a:lnSpc>
                <a:spcPct val="8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Music by Mark Blankenship</a:t>
            </a:r>
            <a:endParaRPr/>
          </a:p>
          <a:p>
            <a:pPr indent="0" lvl="0" marL="0" marR="0" rtl="0" algn="ctr">
              <a:lnSpc>
                <a:spcPct val="8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8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8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Copyright 1988 Van Ness Press, Inc. (ASCAP)/McKinney Music, Inc. (BMI) (admin. by LifeWay Worship) All rights reserved.</a:t>
            </a:r>
            <a:endParaRPr/>
          </a:p>
          <a:p>
            <a:pPr indent="0" lvl="0" marL="0" marR="0" rtl="0" algn="ctr">
              <a:lnSpc>
                <a:spcPct val="8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CCLI # </a:t>
            </a:r>
            <a:r>
              <a:rPr lang="en-US" sz="2000">
                <a:solidFill>
                  <a:schemeClr val="lt1"/>
                </a:solidFill>
              </a:rPr>
              <a:t>155095</a:t>
            </a:r>
            <a:endParaRPr/>
          </a:p>
        </p:txBody>
      </p:sp>
      <p:sp>
        <p:nvSpPr>
          <p:cNvPr id="28" name="Google Shape;28;p1"/>
          <p:cNvSpPr txBox="1"/>
          <p:nvPr/>
        </p:nvSpPr>
        <p:spPr>
          <a:xfrm>
            <a:off x="7696200" y="5943600"/>
            <a:ext cx="12954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0" i="0" lang="en-US" sz="4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 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</a:rPr>
              <a:t>Worthy of worship, worthy of praise</a:t>
            </a:r>
            <a:r>
              <a:rPr b="1" lang="en-US" sz="5900">
                <a:solidFill>
                  <a:schemeClr val="lt1"/>
                </a:solidFill>
              </a:rPr>
              <a:t>,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Worthy of honor and glory.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"/>
          <p:cNvSpPr txBox="1"/>
          <p:nvPr>
            <p:ph type="title"/>
          </p:nvPr>
        </p:nvSpPr>
        <p:spPr>
          <a:xfrm>
            <a:off x="152400" y="274637"/>
            <a:ext cx="8839200" cy="627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</a:rPr>
              <a:t>Worthy of all the</a:t>
            </a:r>
            <a:br>
              <a:rPr b="1" i="0" lang="en-US" sz="5900" u="none">
                <a:solidFill>
                  <a:schemeClr val="lt1"/>
                </a:solidFill>
              </a:rPr>
            </a:br>
            <a:r>
              <a:rPr b="1" i="0" lang="en-US" sz="5900" u="none">
                <a:solidFill>
                  <a:schemeClr val="lt1"/>
                </a:solidFill>
              </a:rPr>
              <a:t>glad songs we can sing</a:t>
            </a:r>
            <a:r>
              <a:rPr b="1" lang="en-US" sz="5900">
                <a:solidFill>
                  <a:schemeClr val="lt1"/>
                </a:solidFill>
              </a:rPr>
              <a:t>,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Worthy of all the off’rings we bring,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4"/>
          <p:cNvSpPr txBox="1"/>
          <p:nvPr>
            <p:ph type="title"/>
          </p:nvPr>
        </p:nvSpPr>
        <p:spPr>
          <a:xfrm>
            <a:off x="152400" y="152400"/>
            <a:ext cx="8839200" cy="64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</a:rPr>
              <a:t>You are worthy, </a:t>
            </a:r>
            <a:endParaRPr b="1" i="0" sz="5900" u="none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</a:rPr>
              <a:t>Father, Creator</a:t>
            </a:r>
            <a:r>
              <a:rPr b="1" lang="en-US" sz="5900">
                <a:solidFill>
                  <a:schemeClr val="lt1"/>
                </a:solidFill>
              </a:rPr>
              <a:t>,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You are worthy, 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Savior, Sustainer. 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8917f9b8d0_0_12"/>
          <p:cNvSpPr txBox="1"/>
          <p:nvPr>
            <p:ph type="title"/>
          </p:nvPr>
        </p:nvSpPr>
        <p:spPr>
          <a:xfrm>
            <a:off x="152400" y="152400"/>
            <a:ext cx="8839200" cy="64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</a:rPr>
              <a:t>You are worthy, </a:t>
            </a:r>
            <a:endParaRPr b="1" i="0" sz="5900" u="none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</a:rPr>
              <a:t>worthy and wonderful,</a:t>
            </a:r>
            <a:endParaRPr b="1" i="0" sz="5900" u="none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Worthy of worship 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and praise.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5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</a:rPr>
              <a:t>Worthy of rev’rence, worthy of fear</a:t>
            </a:r>
            <a:r>
              <a:rPr b="1" lang="en-US" sz="5900">
                <a:solidFill>
                  <a:schemeClr val="lt1"/>
                </a:solidFill>
              </a:rPr>
              <a:t>,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Worthy of love and devotion,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6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</a:rPr>
              <a:t>Worthy of bowing</a:t>
            </a:r>
            <a:br>
              <a:rPr b="1" i="0" lang="en-US" sz="5900" u="none">
                <a:solidFill>
                  <a:schemeClr val="lt1"/>
                </a:solidFill>
              </a:rPr>
            </a:br>
            <a:r>
              <a:rPr b="1" i="0" lang="en-US" sz="5900" u="none">
                <a:solidFill>
                  <a:schemeClr val="lt1"/>
                </a:solidFill>
              </a:rPr>
              <a:t>and bending of knees</a:t>
            </a:r>
            <a:r>
              <a:rPr b="1" lang="en-US" sz="5900">
                <a:solidFill>
                  <a:schemeClr val="lt1"/>
                </a:solidFill>
              </a:rPr>
              <a:t>,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Worthy of all this and added to these…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cffa108ffa_0_0"/>
          <p:cNvSpPr txBox="1"/>
          <p:nvPr>
            <p:ph type="title"/>
          </p:nvPr>
        </p:nvSpPr>
        <p:spPr>
          <a:xfrm>
            <a:off x="152400" y="152400"/>
            <a:ext cx="8839200" cy="64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</a:rPr>
              <a:t>You are worthy, </a:t>
            </a:r>
            <a:endParaRPr b="1" i="0" sz="5900" u="none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</a:rPr>
              <a:t>Father, Creator</a:t>
            </a:r>
            <a:r>
              <a:rPr b="1" lang="en-US" sz="5900">
                <a:solidFill>
                  <a:schemeClr val="lt1"/>
                </a:solidFill>
              </a:rPr>
              <a:t>,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You are worthy, 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Savior, Sustainer. 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cffa108ffa_0_4"/>
          <p:cNvSpPr txBox="1"/>
          <p:nvPr>
            <p:ph type="title"/>
          </p:nvPr>
        </p:nvSpPr>
        <p:spPr>
          <a:xfrm>
            <a:off x="152400" y="152400"/>
            <a:ext cx="8839200" cy="64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</a:rPr>
              <a:t>You are worthy, </a:t>
            </a:r>
            <a:endParaRPr b="1" i="0" sz="5900" u="none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</a:rPr>
              <a:t>worthy and wonderful,</a:t>
            </a:r>
            <a:endParaRPr b="1" i="0" sz="5900" u="none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Worthy of worship and praise.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8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</a:rPr>
              <a:t>Almighty Father, </a:t>
            </a:r>
            <a:endParaRPr b="1" i="0" sz="5900" u="none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</a:rPr>
              <a:t>Master and Lord</a:t>
            </a:r>
            <a:r>
              <a:rPr b="1" lang="en-US" sz="5900">
                <a:solidFill>
                  <a:schemeClr val="lt1"/>
                </a:solidFill>
              </a:rPr>
              <a:t>,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King of all kings and Redeemer,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9"/>
          <p:cNvSpPr txBox="1"/>
          <p:nvPr>
            <p:ph type="title"/>
          </p:nvPr>
        </p:nvSpPr>
        <p:spPr>
          <a:xfrm>
            <a:off x="152400" y="152400"/>
            <a:ext cx="8839200" cy="655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</a:rPr>
              <a:t>Wonderful Counselor</a:t>
            </a:r>
            <a:r>
              <a:rPr b="1" lang="en-US" sz="5900">
                <a:solidFill>
                  <a:schemeClr val="lt1"/>
                </a:solidFill>
              </a:rPr>
              <a:t>,</a:t>
            </a:r>
            <a:br>
              <a:rPr b="1" i="0" lang="en-US" sz="5900" u="none">
                <a:solidFill>
                  <a:schemeClr val="lt1"/>
                </a:solidFill>
              </a:rPr>
            </a:br>
            <a:r>
              <a:rPr b="1" i="0" lang="en-US" sz="5900" u="none">
                <a:solidFill>
                  <a:schemeClr val="lt1"/>
                </a:solidFill>
              </a:rPr>
              <a:t>Comforter, Friend</a:t>
            </a:r>
            <a:r>
              <a:rPr b="1" lang="en-US" sz="5900">
                <a:solidFill>
                  <a:schemeClr val="lt1"/>
                </a:solidFill>
              </a:rPr>
              <a:t>,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Savior and Source</a:t>
            </a:r>
            <a:br>
              <a:rPr b="1" lang="en-US" sz="5900">
                <a:solidFill>
                  <a:schemeClr val="lt1"/>
                </a:solidFill>
              </a:rPr>
            </a:br>
            <a:r>
              <a:rPr b="1" lang="en-US" sz="5900">
                <a:solidFill>
                  <a:schemeClr val="lt1"/>
                </a:solidFill>
              </a:rPr>
              <a:t>of our life without end,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cffa108ffa_0_12"/>
          <p:cNvSpPr txBox="1"/>
          <p:nvPr>
            <p:ph type="title"/>
          </p:nvPr>
        </p:nvSpPr>
        <p:spPr>
          <a:xfrm>
            <a:off x="152400" y="152400"/>
            <a:ext cx="8839200" cy="64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</a:rPr>
              <a:t>You are worthy, </a:t>
            </a:r>
            <a:endParaRPr b="1" i="0" sz="5900" u="none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</a:rPr>
              <a:t>Father, Creator</a:t>
            </a:r>
            <a:r>
              <a:rPr b="1" lang="en-US" sz="5900">
                <a:solidFill>
                  <a:schemeClr val="lt1"/>
                </a:solidFill>
              </a:rPr>
              <a:t>,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You are worthy, </a:t>
            </a:r>
            <a:endParaRPr b="1" sz="5900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Savior, Sustainer. 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cffa108ffa_0_16"/>
          <p:cNvSpPr txBox="1"/>
          <p:nvPr>
            <p:ph type="title"/>
          </p:nvPr>
        </p:nvSpPr>
        <p:spPr>
          <a:xfrm>
            <a:off x="152400" y="152400"/>
            <a:ext cx="8839200" cy="64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</a:rPr>
              <a:t>You are worthy, </a:t>
            </a:r>
            <a:endParaRPr b="1" i="0" sz="5900" u="none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b="1" i="0" lang="en-US" sz="5900" u="none">
                <a:solidFill>
                  <a:schemeClr val="lt1"/>
                </a:solidFill>
              </a:rPr>
              <a:t>worthy and wonderful,</a:t>
            </a:r>
            <a:endParaRPr b="1" i="0" sz="5900" u="none"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Arial"/>
              <a:buNone/>
            </a:pPr>
            <a:r>
              <a:rPr b="1" lang="en-US" sz="5900">
                <a:solidFill>
                  <a:schemeClr val="lt1"/>
                </a:solidFill>
              </a:rPr>
              <a:t>Worthy of worship and praise.</a:t>
            </a:r>
            <a:endParaRPr b="1" sz="59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efault Design">
  <a:themeElements>
    <a:clrScheme name="Default Design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BBE0E3"/>
      </a:accent4>
      <a:accent5>
        <a:srgbClr val="333399"/>
      </a:accent5>
      <a:accent6>
        <a:srgbClr val="FFFFFF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1601-01-01T00:00:00Z</dcterms:creat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