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DmXuAsORiwtxSghCJtMwTiqC7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917f9b8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8917f9b8d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ffa108f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ffa108ff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ffa108ff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ffa108ff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ffa108ff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cffa108ff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ffa108ff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cffa108ff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3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Worthy of Worship</a:t>
            </a:r>
            <a:endParaRPr sz="5300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Terry W. York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Mark Blankenship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1988 Van Ness Press, Inc. (ASCAP)/McKinney Music, Inc. (BMI) (admin. by LifeWay Worship) All rights reserved.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20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696200" y="5943600"/>
            <a:ext cx="129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Worthy of worship, worthy of praise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</a:t>
            </a:r>
            <a:r>
              <a:rPr b="1" lang="en-US" sz="5300">
                <a:solidFill>
                  <a:schemeClr val="lt1"/>
                </a:solidFill>
              </a:rPr>
              <a:t>orthy of honor and glory.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Worthy of all the</a:t>
            </a:r>
            <a:br>
              <a:rPr b="1" i="0" lang="en-US" sz="5300" u="none">
                <a:solidFill>
                  <a:schemeClr val="lt1"/>
                </a:solidFill>
              </a:rPr>
            </a:br>
            <a:r>
              <a:rPr b="1" i="0" lang="en-US" sz="5300" u="none">
                <a:solidFill>
                  <a:schemeClr val="lt1"/>
                </a:solidFill>
              </a:rPr>
              <a:t>glad songs we can sing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</a:t>
            </a:r>
            <a:r>
              <a:rPr b="1" lang="en-US" sz="5300">
                <a:solidFill>
                  <a:schemeClr val="lt1"/>
                </a:solidFill>
              </a:rPr>
              <a:t>orthy of all of the off’rings we bring,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You are worthy, 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Father, Creator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 worthy,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Savior, Sustainer. 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917f9b8d0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You are worthy, 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worthy and wonderful,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</a:t>
            </a:r>
            <a:r>
              <a:rPr b="1" lang="en-US" sz="5300">
                <a:solidFill>
                  <a:schemeClr val="lt1"/>
                </a:solidFill>
              </a:rPr>
              <a:t>orthy of worship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praise.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Worthy of rev’rence, worthy of fear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</a:t>
            </a:r>
            <a:r>
              <a:rPr b="1" lang="en-US" sz="5300">
                <a:solidFill>
                  <a:schemeClr val="lt1"/>
                </a:solidFill>
              </a:rPr>
              <a:t>orthy of love and devotion,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Worthy of bowing</a:t>
            </a:r>
            <a:br>
              <a:rPr b="1" i="0" lang="en-US" sz="5300" u="none">
                <a:solidFill>
                  <a:schemeClr val="lt1"/>
                </a:solidFill>
              </a:rPr>
            </a:br>
            <a:r>
              <a:rPr b="1" i="0" lang="en-US" sz="5300" u="none">
                <a:solidFill>
                  <a:schemeClr val="lt1"/>
                </a:solidFill>
              </a:rPr>
              <a:t>and bending of knees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</a:t>
            </a:r>
            <a:r>
              <a:rPr b="1" lang="en-US" sz="5300">
                <a:solidFill>
                  <a:schemeClr val="lt1"/>
                </a:solidFill>
              </a:rPr>
              <a:t>orthy of all this and added to these…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fa108ffa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You are worthy, 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Father, Creator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 worthy,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Savior, Sustainer. 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ffa108ffa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You are worthy, 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worthy and wonderful,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</a:t>
            </a:r>
            <a:r>
              <a:rPr b="1" lang="en-US" sz="5300">
                <a:solidFill>
                  <a:schemeClr val="lt1"/>
                </a:solidFill>
              </a:rPr>
              <a:t>orthy of worship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praise.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Almighty Father, 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Master and Lord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King of all kings and Redeemer,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Wonderful Counselor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br>
              <a:rPr b="1" i="0" lang="en-US" sz="5300" u="none">
                <a:solidFill>
                  <a:schemeClr val="lt1"/>
                </a:solidFill>
              </a:rPr>
            </a:br>
            <a:r>
              <a:rPr b="1" i="0" lang="en-US" sz="5300" u="none">
                <a:solidFill>
                  <a:schemeClr val="lt1"/>
                </a:solidFill>
              </a:rPr>
              <a:t>Comforter, Friend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Savior and Source</a:t>
            </a:r>
            <a:br>
              <a:rPr b="1" lang="en-US" sz="5300">
                <a:solidFill>
                  <a:schemeClr val="lt1"/>
                </a:solidFill>
              </a:rPr>
            </a:br>
            <a:r>
              <a:rPr b="1" lang="en-US" sz="5300">
                <a:solidFill>
                  <a:schemeClr val="lt1"/>
                </a:solidFill>
              </a:rPr>
              <a:t>of our life without end,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fa108ffa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You are worthy, 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Father, Creator</a:t>
            </a:r>
            <a:r>
              <a:rPr b="1" lang="en-US" sz="5300">
                <a:solidFill>
                  <a:schemeClr val="lt1"/>
                </a:solidFill>
              </a:rPr>
              <a:t>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You are worthy,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Savior, Sustainer. 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ffa108ffa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You are worthy, 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300" u="none">
                <a:solidFill>
                  <a:schemeClr val="lt1"/>
                </a:solidFill>
              </a:rPr>
              <a:t>worthy and wonderful,</a:t>
            </a:r>
            <a:endParaRPr b="1" i="0" sz="53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</a:t>
            </a:r>
            <a:r>
              <a:rPr b="1" lang="en-US" sz="5300">
                <a:solidFill>
                  <a:schemeClr val="lt1"/>
                </a:solidFill>
              </a:rPr>
              <a:t>orthy of worship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praise.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