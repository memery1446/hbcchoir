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b7owE0ifDjB9xZE1xnRVLj8Y9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59cc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59cc5b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59cc5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59cc5b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59c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59cc5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9659cc5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9659cc5b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59cc5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59cc5b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59cc5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59cc5b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9659cc5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9659cc5b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9659cc5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79659cc5b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659cc5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9659cc5b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59cc5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59cc5b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59cc5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59cc5b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59cc5b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59cc5b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59cc5b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59cc5b7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59cc5b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59cc5b7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59cc5b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59cc5b7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9622821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96228213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9622821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796228213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9659cc5b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79659cc5b7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9659cc5b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79659cc5b7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659cc5b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9659cc5b7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9659cc5b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79659cc5b7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9659cc5b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79659cc5b7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9659cc5b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79659cc5b7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Build My Life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Patt Barrett, Matt Redman, Brett Younker, Kirby Kaple and Karl Martin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© Copyright 2018 by Bowyer &amp; Bow, Sparrow Capitol CMG 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All rights reserved.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 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</a:t>
            </a:r>
            <a:r>
              <a:rPr b="1" lang="en-US" sz="5900">
                <a:solidFill>
                  <a:schemeClr val="lt1"/>
                </a:solidFill>
              </a:rPr>
              <a:t>ev’ry </a:t>
            </a:r>
            <a:r>
              <a:rPr b="1" lang="en-US" sz="5900">
                <a:solidFill>
                  <a:schemeClr val="lt1"/>
                </a:solidFill>
              </a:rPr>
              <a:t>song we could ever sing,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all the praise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Name above every other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only One who could ever save,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59cc5b7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59cc5b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59cc5b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9659cc5b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song we could ever sing,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59cc5b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all the praise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59cc5b7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9659cc5b7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9659cc5b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Name above every other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9659cc5b7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only One who could ever save,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59cc5b7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59cc5b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59cc5b7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59cc5b7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59cc5b7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59cc5b7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6228213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build my life upon your love.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a firm foundation.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6228213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put my trust in you alone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not be shaken.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9659cc5b7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build my life upon your love.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a firm foundation.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9659cc5b7_0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put my trust in you alone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not be shaken.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9659cc5b7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9659cc5b7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659cc5b7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9659cc5b7_0_9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