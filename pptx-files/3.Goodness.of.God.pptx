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2A6B0-67A0-4D67-9707-FA315CEEBD2D}" v="474" dt="2025-05-28T19:57:20.634"/>
    <p1510:client id="{422D79A0-1D8C-4780-A7CD-D9E5E721A567}" v="521" dt="2025-05-28T20:20:02.653"/>
    <p1510:client id="{F87059B2-1795-F6D1-2AD7-AD16234CC37F}" v="670" dt="2025-05-28T19:40:0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6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u="sng" dirty="0">
                <a:latin typeface="Arial"/>
                <a:cs typeface="Arial"/>
              </a:rPr>
              <a:t>Goodness of God</a:t>
            </a: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98621"/>
            <a:ext cx="6858000" cy="1783242"/>
          </a:xfrm>
        </p:spPr>
        <p:txBody>
          <a:bodyPr vert="horz" lIns="68580" tIns="34290" rIns="68580" bIns="34290" rtlCol="0" anchor="t">
            <a:no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Words and music by Jenn Johnson, Ed Cash, Jason Ingram, Ben Fielding, and Brian Johnson </a:t>
            </a: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© Copyright 2018 – </a:t>
            </a:r>
            <a:r>
              <a:rPr lang="en-US" b="1" dirty="0" err="1">
                <a:latin typeface="Arial"/>
                <a:cs typeface="Arial"/>
              </a:rPr>
              <a:t>Alletrop</a:t>
            </a:r>
            <a:r>
              <a:rPr lang="en-US" b="1" dirty="0">
                <a:latin typeface="Arial"/>
                <a:cs typeface="Arial"/>
              </a:rPr>
              <a:t> Music | SHOUT! Publishing | Fellow Ships Music | So Essential Tunes | Bethel Music Publishing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All rights reserved.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 Used by permission.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CCLI # 7117726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B39A-81DB-3D34-1026-55F90BAD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96066"/>
            <a:ext cx="7886700" cy="4581931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love You, Lord</a:t>
            </a:r>
          </a:p>
        </p:txBody>
      </p:sp>
    </p:spTree>
    <p:extLst>
      <p:ext uri="{BB962C8B-B14F-4D97-AF65-F5344CB8AC3E}">
        <p14:creationId xmlns:p14="http://schemas.microsoft.com/office/powerpoint/2010/main" val="366651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852E-624B-983D-46E8-1252290A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AA3B-7EF1-E208-9A63-0ED92D13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83324"/>
            <a:ext cx="7886700" cy="519467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Oh, Your mercy never fails me</a:t>
            </a:r>
          </a:p>
        </p:txBody>
      </p:sp>
    </p:spTree>
    <p:extLst>
      <p:ext uri="{BB962C8B-B14F-4D97-AF65-F5344CB8AC3E}">
        <p14:creationId xmlns:p14="http://schemas.microsoft.com/office/powerpoint/2010/main" val="66321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8E2E-D136-E63E-5D0A-96387807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E58D-FC28-E9BF-38F5-8D1D2E395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7972"/>
            <a:ext cx="7886700" cy="5600026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All my days I’ve been held in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hands</a:t>
            </a:r>
          </a:p>
        </p:txBody>
      </p:sp>
    </p:spTree>
    <p:extLst>
      <p:ext uri="{BB962C8B-B14F-4D97-AF65-F5344CB8AC3E}">
        <p14:creationId xmlns:p14="http://schemas.microsoft.com/office/powerpoint/2010/main" val="346277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8E56-3B2C-7907-A21A-E4614F6C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19EDA-C045-7246-9ABB-9A4E3FFBC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6826"/>
            <a:ext cx="7886700" cy="5581172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From the moment I wake up until I lay my head</a:t>
            </a:r>
          </a:p>
        </p:txBody>
      </p:sp>
    </p:spTree>
    <p:extLst>
      <p:ext uri="{BB962C8B-B14F-4D97-AF65-F5344CB8AC3E}">
        <p14:creationId xmlns:p14="http://schemas.microsoft.com/office/powerpoint/2010/main" val="351228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5F97-6710-4C2E-4B76-C3655CF4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0D5E-B358-D3FF-020B-34AA5BCD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58738"/>
            <a:ext cx="7886700" cy="511925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63434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87B76-9BA7-467C-F29C-4310F83C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3549-948A-5F39-195A-080E88FF8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58738"/>
            <a:ext cx="7886700" cy="511925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All my life You have been faithful</a:t>
            </a:r>
          </a:p>
        </p:txBody>
      </p:sp>
    </p:spTree>
    <p:extLst>
      <p:ext uri="{BB962C8B-B14F-4D97-AF65-F5344CB8AC3E}">
        <p14:creationId xmlns:p14="http://schemas.microsoft.com/office/powerpoint/2010/main" val="8538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3D3F-4279-D429-D6DB-B3AC9678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009E0-7E6C-7D9D-5A2D-9DDAA9A6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11984"/>
            <a:ext cx="7886700" cy="566601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All my life You have been so, so good</a:t>
            </a:r>
          </a:p>
        </p:txBody>
      </p:sp>
    </p:spTree>
    <p:extLst>
      <p:ext uri="{BB962C8B-B14F-4D97-AF65-F5344CB8AC3E}">
        <p14:creationId xmlns:p14="http://schemas.microsoft.com/office/powerpoint/2010/main" val="823763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C934-B8E8-7B90-E12E-C1AC158A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BEE48-ADBA-B065-FF6C-0CE929CC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18994"/>
            <a:ext cx="7886700" cy="495900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With every breath that I am able</a:t>
            </a:r>
          </a:p>
        </p:txBody>
      </p:sp>
    </p:spTree>
    <p:extLst>
      <p:ext uri="{BB962C8B-B14F-4D97-AF65-F5344CB8AC3E}">
        <p14:creationId xmlns:p14="http://schemas.microsoft.com/office/powerpoint/2010/main" val="68225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90CE-FD33-808D-4CAA-CE61A954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D458A-F8A8-07B4-313F-91497F556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18994"/>
            <a:ext cx="7886700" cy="495900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88689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3474-2B34-6B00-9FC1-95509614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CFBA-1EEE-8A33-D9CC-49B0821D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96066"/>
            <a:ext cx="7886700" cy="4581931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love Your voice</a:t>
            </a:r>
          </a:p>
        </p:txBody>
      </p:sp>
    </p:spTree>
    <p:extLst>
      <p:ext uri="{BB962C8B-B14F-4D97-AF65-F5344CB8AC3E}">
        <p14:creationId xmlns:p14="http://schemas.microsoft.com/office/powerpoint/2010/main" val="1081698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76D34-1A8D-11B1-8754-D460C2C4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62EE3-F8AF-FC54-FA2F-8C7461E4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83324"/>
            <a:ext cx="7886700" cy="519467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 have led me through the fire</a:t>
            </a:r>
          </a:p>
        </p:txBody>
      </p:sp>
    </p:spTree>
    <p:extLst>
      <p:ext uri="{BB962C8B-B14F-4D97-AF65-F5344CB8AC3E}">
        <p14:creationId xmlns:p14="http://schemas.microsoft.com/office/powerpoint/2010/main" val="251233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852A4-8BD1-E91F-B701-B966921C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0E27-023E-7042-9CA5-C1595BBB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7972"/>
            <a:ext cx="7886700" cy="5600026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In darkest night You are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53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6B4C-4257-4397-70BB-68DC439A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572E-21A5-62DC-ED05-D847ACF6C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6631"/>
            <a:ext cx="7886700" cy="607136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I’ve known You as a father, I’ve known You as a friend</a:t>
            </a:r>
          </a:p>
        </p:txBody>
      </p:sp>
    </p:spTree>
    <p:extLst>
      <p:ext uri="{BB962C8B-B14F-4D97-AF65-F5344CB8AC3E}">
        <p14:creationId xmlns:p14="http://schemas.microsoft.com/office/powerpoint/2010/main" val="169162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482B-AC55-31E6-9F4D-FE10A1E0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CC768-8F9E-877B-0F89-CCAD8B37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58738"/>
            <a:ext cx="7886700" cy="511925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655163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9F34-7943-484E-A922-146897A8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9FBE-18D9-815C-9FEE-C4447A04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58738"/>
            <a:ext cx="7886700" cy="511925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All my life You have been faithful</a:t>
            </a:r>
          </a:p>
        </p:txBody>
      </p:sp>
    </p:spTree>
    <p:extLst>
      <p:ext uri="{BB962C8B-B14F-4D97-AF65-F5344CB8AC3E}">
        <p14:creationId xmlns:p14="http://schemas.microsoft.com/office/powerpoint/2010/main" val="125301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3650-4059-4DF4-24BC-E8019FCB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152F-8DB1-678C-DB28-BA37F0BD0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11984"/>
            <a:ext cx="7886700" cy="566601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All my life You have been so, so good</a:t>
            </a:r>
          </a:p>
        </p:txBody>
      </p:sp>
    </p:spTree>
    <p:extLst>
      <p:ext uri="{BB962C8B-B14F-4D97-AF65-F5344CB8AC3E}">
        <p14:creationId xmlns:p14="http://schemas.microsoft.com/office/powerpoint/2010/main" val="1518893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AA54-1BA9-7CC9-E3BB-C870DF4B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0080-ABD8-AE66-80F9-A54EA06F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18994"/>
            <a:ext cx="7886700" cy="495900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With every breath that I am able</a:t>
            </a:r>
          </a:p>
        </p:txBody>
      </p:sp>
    </p:spTree>
    <p:extLst>
      <p:ext uri="{BB962C8B-B14F-4D97-AF65-F5344CB8AC3E}">
        <p14:creationId xmlns:p14="http://schemas.microsoft.com/office/powerpoint/2010/main" val="3726347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8C7F-51C8-7F05-821E-B30AF1B3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25352-6BBE-AFC4-5F2E-475CA68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18994"/>
            <a:ext cx="7886700" cy="4959003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4241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B3FF-FE26-6F2F-8FF5-C45C8FB9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5DF7A-2463-1698-233D-BB26E63CC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</a:t>
            </a:r>
          </a:p>
        </p:txBody>
      </p:sp>
    </p:spTree>
    <p:extLst>
      <p:ext uri="{BB962C8B-B14F-4D97-AF65-F5344CB8AC3E}">
        <p14:creationId xmlns:p14="http://schemas.microsoft.com/office/powerpoint/2010/main" val="1426384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AB30-E73E-3853-73C8-E57A016F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E4B2-85F2-9886-81E0-190D5163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</a:t>
            </a:r>
          </a:p>
        </p:txBody>
      </p:sp>
    </p:spTree>
    <p:extLst>
      <p:ext uri="{BB962C8B-B14F-4D97-AF65-F5344CB8AC3E}">
        <p14:creationId xmlns:p14="http://schemas.microsoft.com/office/powerpoint/2010/main" val="277699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5D3B-BB9B-2839-13EE-DEB813BD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BD7E-6646-B4E0-DDBE-5F0C8DE0C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2363"/>
            <a:ext cx="7886700" cy="6165635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With my life laid down I surrender now; I give you everything</a:t>
            </a:r>
          </a:p>
        </p:txBody>
      </p:sp>
    </p:spTree>
    <p:extLst>
      <p:ext uri="{BB962C8B-B14F-4D97-AF65-F5344CB8AC3E}">
        <p14:creationId xmlns:p14="http://schemas.microsoft.com/office/powerpoint/2010/main" val="1132959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EC27-38DC-DCD0-DEBE-ECF3C612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16A5-5E8F-5D60-956F-4239B8884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me!</a:t>
            </a:r>
          </a:p>
        </p:txBody>
      </p:sp>
    </p:spTree>
    <p:extLst>
      <p:ext uri="{BB962C8B-B14F-4D97-AF65-F5344CB8AC3E}">
        <p14:creationId xmlns:p14="http://schemas.microsoft.com/office/powerpoint/2010/main" val="2959034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A8E6-1752-C1FF-6168-B2C30C10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CAFB-5B93-40F7-568C-FDF5C534E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</a:t>
            </a:r>
          </a:p>
        </p:txBody>
      </p:sp>
    </p:spTree>
    <p:extLst>
      <p:ext uri="{BB962C8B-B14F-4D97-AF65-F5344CB8AC3E}">
        <p14:creationId xmlns:p14="http://schemas.microsoft.com/office/powerpoint/2010/main" val="116907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3C9F-5AE9-689F-8B48-31EECC16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BFDC-B22A-FD80-345C-5FECFDB1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</a:t>
            </a:r>
          </a:p>
        </p:txBody>
      </p:sp>
    </p:spTree>
    <p:extLst>
      <p:ext uri="{BB962C8B-B14F-4D97-AF65-F5344CB8AC3E}">
        <p14:creationId xmlns:p14="http://schemas.microsoft.com/office/powerpoint/2010/main" val="3224855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33E9-BD13-7BFC-4713-C3184E46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A604B-3CD2-B2D0-13F9-22F1B87A5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2363"/>
            <a:ext cx="7886700" cy="6165635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With my life laid down I surrender now; I give you everything</a:t>
            </a:r>
          </a:p>
        </p:txBody>
      </p:sp>
    </p:spTree>
    <p:extLst>
      <p:ext uri="{BB962C8B-B14F-4D97-AF65-F5344CB8AC3E}">
        <p14:creationId xmlns:p14="http://schemas.microsoft.com/office/powerpoint/2010/main" val="1111991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8C2D-8885-9BFF-0815-B65915C2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501E4-7EAB-8AB9-1040-0C0A1D9E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70"/>
            <a:ext cx="7886700" cy="574142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spc="-150" dirty="0">
                <a:latin typeface="Arial"/>
                <a:cs typeface="Arial"/>
              </a:rPr>
              <a:t>Your goodness is running after, it’s running after me!</a:t>
            </a:r>
          </a:p>
        </p:txBody>
      </p:sp>
    </p:spTree>
    <p:extLst>
      <p:ext uri="{BB962C8B-B14F-4D97-AF65-F5344CB8AC3E}">
        <p14:creationId xmlns:p14="http://schemas.microsoft.com/office/powerpoint/2010/main" val="2745411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289</Words>
  <Application>Microsoft Office PowerPoint</Application>
  <PresentationFormat>On-screen Show (4:3)</PresentationFormat>
  <Paragraphs>34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Goodness of God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Mark Emery</cp:lastModifiedBy>
  <cp:revision>304</cp:revision>
  <dcterms:created xsi:type="dcterms:W3CDTF">2013-07-15T20:26:40Z</dcterms:created>
  <dcterms:modified xsi:type="dcterms:W3CDTF">2025-05-31T17:55:16Z</dcterms:modified>
</cp:coreProperties>
</file>