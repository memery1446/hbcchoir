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55">
          <p15:clr>
            <a:srgbClr val="000000"/>
          </p15:clr>
        </p15:guide>
        <p15:guide id="2" pos="2870">
          <p15:clr>
            <a:srgbClr val="000000"/>
          </p15:clr>
        </p15:guide>
        <p15:guide id="3" pos="2976">
          <p15:clr>
            <a:srgbClr val="747775"/>
          </p15:clr>
        </p15:guide>
        <p15:guide id="4" pos="3072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hI+6Oxywa/jGBnFla05ax3iea/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55" orient="horz"/>
        <p:guide pos="2870"/>
        <p:guide pos="2976"/>
        <p:guide pos="30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3822401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83822401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3822401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83822401b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3822401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83822401b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3822401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3822401b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3822401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83822401b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3822401b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83822401b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3822401b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83822401b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3822401b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83822401b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3822401b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3822401b4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3822401b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83822401b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3822401b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83822401b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3822401b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83822401b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3822401b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83822401b4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3822401b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83822401b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3822401b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83822401b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3822401b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83822401b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3822401b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3822401b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3822401b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83822401b4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3822401b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3822401b4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I Know a Name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Brandon Lake | Hank Bentley | Jacob Sooter | Steven Furtick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2025 Brandon Lake Music; Capitol CMG Paragon; Songs By That Dog Will Hunt; Just When Publishing; Music by Elevation Worship Publishing; So Essential Tunes.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a Name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can silence roaring waves.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a Name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can empty out a grave.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know a Name.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the only Name that saves,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it’s worthy of all praise.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 Jesus.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Healer,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risen and reigning in power.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Savior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glory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Your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have a King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dominion over death.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holds the keys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His holy nail-scarred hands.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the heel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has crushed the serpent’s head,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resurrected Great I Am.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3822401b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 Jesus.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Healer,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risen and reigning in power.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3822401b4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822401b4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Savior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glory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3822401b4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Your Name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type="title"/>
          </p:nvPr>
        </p:nvSpPr>
        <p:spPr>
          <a:xfrm>
            <a:off x="228600" y="288925"/>
            <a:ext cx="86868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chains break,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dry bones wake.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your Name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3822401b4_0_16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gates of Hell shake.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your Name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3822401b4_0_20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chains break,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dry bones wake.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your Name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3822401b4_0_24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gates of Hell shake.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your Name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3822401b4_0_28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3822401b4_0_32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 in the Name of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3822401b4_0_36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3822401b4_0_40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 in the Name of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3822401b4_0_52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3822401b4_0_56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 in the Name of Jesus.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(I call You)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3822401b4_0_44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3822401b4_0_48"/>
          <p:cNvSpPr txBox="1"/>
          <p:nvPr>
            <p:ph type="title"/>
          </p:nvPr>
        </p:nvSpPr>
        <p:spPr>
          <a:xfrm>
            <a:off x="228600" y="288925"/>
            <a:ext cx="86868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Dead things come alive in the Name of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3822401b4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 Jesus.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Healer,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risen and reigning in power.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3822401b4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3822401b4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You, I call You Savior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glory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3822401b4_0_7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Something comes out of the grave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ev’rytime I call Your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