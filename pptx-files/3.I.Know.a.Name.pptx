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055">
          <p15:clr>
            <a:srgbClr val="000000"/>
          </p15:clr>
        </p15:guide>
        <p15:guide id="2" pos="2870">
          <p15:clr>
            <a:srgbClr val="000000"/>
          </p15:clr>
        </p15:guide>
        <p15:guide id="3" pos="2976">
          <p15:clr>
            <a:srgbClr val="747775"/>
          </p15:clr>
        </p15:guide>
        <p15:guide id="4" pos="3072">
          <p15:clr>
            <a:srgbClr val="747775"/>
          </p15:clr>
        </p15:guide>
      </p15:sldGuideLst>
    </p:ext>
    <p:ext uri="GoogleSlidesCustomDataVersion2">
      <go:slidesCustomData xmlns:go="http://customooxmlschemas.google.com/" r:id="rId37" roundtripDataSignature="AMtx7mga2RhPRYpikqM6sN7jVQ9Hg0pr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055" orient="horz"/>
        <p:guide pos="2870"/>
        <p:guide pos="2976"/>
        <p:guide pos="3072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customschemas.google.com/relationships/presentationmetadata" Target="metadata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83822401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g383822401b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3822401b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83822401b4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83822401b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83822401b4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83822401b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g383822401b4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83822401b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g383822401b4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83822401b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383822401b4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83822401b4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83822401b4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83822401b4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83822401b4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83822401b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g383822401b4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3822401b4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83822401b4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83822401b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83822401b4_0_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83822401b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83822401b4_0_5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83822401b4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83822401b4_0_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3822401b4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g383822401b4_0_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83822401b4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83822401b4_0_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3822401b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83822401b4_0_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83822401b4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g383822401b4_0_6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83822401b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g383822401b4_0_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83822401b4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83822401b4_0_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layout with centered title and subtitle placeholders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4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4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5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F0028"/>
            </a:gs>
            <a:gs pos="100000">
              <a:srgbClr val="B3001C"/>
            </a:gs>
          </a:gsLst>
          <a:lin ang="5400000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 txBox="1"/>
          <p:nvPr>
            <p:ph type="ctrTitle"/>
          </p:nvPr>
        </p:nvSpPr>
        <p:spPr>
          <a:xfrm>
            <a:off x="685800" y="2590800"/>
            <a:ext cx="7772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lang="en-US" sz="5400" u="sng">
                <a:solidFill>
                  <a:schemeClr val="lt1"/>
                </a:solidFill>
              </a:rPr>
              <a:t>I Know a Name</a:t>
            </a:r>
            <a:endParaRPr/>
          </a:p>
        </p:txBody>
      </p:sp>
      <p:sp>
        <p:nvSpPr>
          <p:cNvPr id="27" name="Google Shape;27;p1"/>
          <p:cNvSpPr txBox="1"/>
          <p:nvPr>
            <p:ph idx="1" type="subTitle"/>
          </p:nvPr>
        </p:nvSpPr>
        <p:spPr>
          <a:xfrm>
            <a:off x="838200" y="4267200"/>
            <a:ext cx="7391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Words and Music by </a:t>
            </a:r>
            <a:r>
              <a:rPr lang="en-US" sz="1800">
                <a:solidFill>
                  <a:schemeClr val="lt1"/>
                </a:solidFill>
              </a:rPr>
              <a:t>Brandon Lake | Hank Bentley | Jacob Sooter | Steven Furtick</a:t>
            </a:r>
            <a:endParaRPr sz="1800">
              <a:solidFill>
                <a:schemeClr val="lt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</a:rPr>
              <a:t>© 2025 Brandon Lake Music; Capitol CMG Paragon; Songs By That Dog Will Hunt; Just When Publishing; Music by Elevation Worship Publishing; So Essential Tunes.</a:t>
            </a: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All rights reserved. Used by permission.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CCLI # </a:t>
            </a:r>
            <a:r>
              <a:rPr lang="en-US" sz="1800">
                <a:solidFill>
                  <a:schemeClr val="lt1"/>
                </a:solidFill>
              </a:rPr>
              <a:t>155095</a:t>
            </a:r>
            <a:endParaRPr/>
          </a:p>
        </p:txBody>
      </p:sp>
      <p:sp>
        <p:nvSpPr>
          <p:cNvPr id="28" name="Google Shape;28;p1"/>
          <p:cNvSpPr txBox="1"/>
          <p:nvPr/>
        </p:nvSpPr>
        <p:spPr>
          <a:xfrm>
            <a:off x="7848600" y="6019800"/>
            <a:ext cx="129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know a Name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that can silence roaring waves.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 txBox="1"/>
          <p:nvPr>
            <p:ph type="title"/>
          </p:nvPr>
        </p:nvSpPr>
        <p:spPr>
          <a:xfrm>
            <a:off x="152400" y="274637"/>
            <a:ext cx="8839200" cy="6278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know a Name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that can empty out a grave.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know a Name.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It’s the only Name that saves,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and it’s worthy of all praise.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 Jesus.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You, I call You Healer,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risen and reigning in power.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Something comes out of the grave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 Jesus.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You, I call You Savior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glory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Something comes out of the grave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Your Name.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have a King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with dominion over death.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He holds the keys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in His holy nail-scarred hands.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228600" y="152400"/>
            <a:ext cx="86868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He is the heel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that has crushed the serpent’s head,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our resurrected Great I Am.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83822401b4_0_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 Jesus.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You, I call You Healer,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risen and reigning in power.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83822401b4_0_4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Something comes out of the grave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 Jesus.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83822401b4_0_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You, I call You Savior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glory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83822401b4_0_1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Something comes out of the grave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Your Name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2"/>
          <p:cNvSpPr txBox="1"/>
          <p:nvPr>
            <p:ph type="title"/>
          </p:nvPr>
        </p:nvSpPr>
        <p:spPr>
          <a:xfrm>
            <a:off x="228600" y="288925"/>
            <a:ext cx="8686800" cy="6278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chains break,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dry bones wake.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your Name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83822401b4_0_16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the gates of Hell shake.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your Name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83822401b4_0_20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chains break,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dry bones wake.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your Name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83822401b4_0_24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the gates of Hell shake.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your Name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83822401b4_0_28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83822401b4_0_32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 in the Name of Jesus.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83822401b4_0_36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83822401b4_0_40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 in the Name of Jesus.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83822401b4_0_52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3822401b4_0_56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 in the Name of Jesus.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(I call You)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83822401b4_0_44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83822401b4_0_48"/>
          <p:cNvSpPr txBox="1"/>
          <p:nvPr>
            <p:ph type="title"/>
          </p:nvPr>
        </p:nvSpPr>
        <p:spPr>
          <a:xfrm>
            <a:off x="228600" y="288925"/>
            <a:ext cx="86868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Dead things come alive in the Name of Jesus.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83822401b4_0_6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 Jesus.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You, I call You Healer,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risen and reigning in power.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83822401b4_0_64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Something comes out of the grave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 Jesus.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83822401b4_0_6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I call You, I call You Savior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glory forever.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83822401b4_0_7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Something comes out of the grave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ev’rytime I call Your Name.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fault Design">
  <a:themeElements>
    <a:clrScheme name="Default Design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BBE0E3"/>
      </a:accent4>
      <a:accent5>
        <a:srgbClr val="333399"/>
      </a:accent5>
      <a:accent6>
        <a:srgbClr val="FFFFFF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  <dc:creator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