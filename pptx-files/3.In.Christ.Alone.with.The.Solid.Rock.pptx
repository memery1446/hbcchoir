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jky0SBup487ngKBXjStGGB/VPv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c43ced0c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7c43ced0c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c43ced0c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7c43ced0c3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c43ced0c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7c43ced0c3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c43ced0c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7c43ced0c3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4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6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i="0" lang="en-US" sz="4800" u="sng">
                <a:solidFill>
                  <a:schemeClr val="lt1"/>
                </a:solidFill>
              </a:rPr>
              <a:t>In Christ Alone</a:t>
            </a:r>
            <a:br>
              <a:rPr i="0" lang="en-US" sz="4800" u="sng">
                <a:solidFill>
                  <a:schemeClr val="lt1"/>
                </a:solidFill>
              </a:rPr>
            </a:br>
            <a:r>
              <a:rPr i="0" lang="en-US" sz="4400" u="sng">
                <a:solidFill>
                  <a:schemeClr val="lt1"/>
                </a:solidFill>
              </a:rPr>
              <a:t>(</a:t>
            </a:r>
            <a:r>
              <a:rPr lang="en-US" sz="4400" u="sng">
                <a:solidFill>
                  <a:schemeClr val="lt1"/>
                </a:solidFill>
              </a:rPr>
              <a:t>with The Solid Rock</a:t>
            </a:r>
            <a:r>
              <a:rPr i="0" lang="en-US" sz="4400" u="sng">
                <a:solidFill>
                  <a:schemeClr val="lt1"/>
                </a:solidFill>
              </a:rPr>
              <a:t>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14800"/>
            <a:ext cx="76962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Keith Getty and Stuart Townend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2002 Thankyou Music (PRS) (admin. worldwide by EMI CMG Publishing excluding Europe which is admin. by kingswaysongs.com).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Christ alone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hope is found;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is my light,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strength,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song;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</a:t>
            </a:r>
            <a:r>
              <a:rPr b="1" lang="en-US" sz="5900">
                <a:solidFill>
                  <a:schemeClr val="lt1"/>
                </a:solidFill>
              </a:rPr>
              <a:t>c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ornerstone,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solid ground,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Firm through the fiercest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drought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storm;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heights of love,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depths of peace,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fears are stilled,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strivings cease;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Comforter,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All in All,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in the love of Christ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stand.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Christ alone,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who took on flesh,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Fullness of God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helpless babe;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gift of love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righteousness,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Scorned by the ones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came to save;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’Til on that cross,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Jesus died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wrath of God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was satisfied,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every sin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 Him was laid,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in the death of Christ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live.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in the ground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 body lay,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Light of the world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darkness slain;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Then bursting forth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glorious day,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Up from the grave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rose again;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type="title"/>
          </p:nvPr>
        </p:nvSpPr>
        <p:spPr>
          <a:xfrm>
            <a:off x="1905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as He stands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victory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Sin’s curse has lost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its grip on me;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I am His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He is mine,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Bought with the precious blood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Christ.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c43ced0c3_1_0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On Christ the Solid Rock, I stand;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other ground is sinking sand,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c43ced0c3_1_4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other ground is sinking sand.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c43ced0c3_1_8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On Christ the Solid Rock, I stand;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other ground is sinking sand,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c43ced0c3_1_12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other ground is sinking sand.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guilt in life,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fear in death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is the pow’r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Christ in me;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From life’s first cry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final breath,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Jesus commands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destiny;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pow’r of hell,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scheme of man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Can ever pluck me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from His hand;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’Til He returns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 calls me home,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in the pow’r of Christ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I’ll stand.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