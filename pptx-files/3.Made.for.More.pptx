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jk/IaEslmUiYOTkISmn8LyLSkd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a5045f3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7a5045f3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4f0811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c4f0811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5045f32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7a5045f32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635c4ff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d635c4ff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635c4ff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d635c4ffd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35c4ff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d635c4ffd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35c4ff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d635c4ffd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35c4ffd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d635c4ffd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635c4ffd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d635c4ffd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35c4ff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d635c4ffd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635c4ffd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d635c4ffd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35c4ff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d635c4ffd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635c4ff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d635c4ffd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35c4ff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d635c4ffd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635c4ffd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d635c4ffd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35c4ffd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d635c4ffd9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35c4ffd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d635c4ffd9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635c4ff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d635c4ffd9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35c4ffd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d635c4ffd9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635c4ffd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d635c4ffd9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35c4ffd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d635c4ffd9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635c4ffd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d635c4ffd9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635c4ffd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d635c4ffd9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Made for More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Blake Wiggins | Jessie Early | Jonathan Smith | Josh Baldwin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Glory Ghost Publishing; Capitol CMG Paragon; Jessie Parker Early Music; Be Essential Songs; Cashagamble Jet Music; Last War Songs; Maverick City Publishing; Bethel Music Publishing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who I am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’cause I know who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are.</a:t>
            </a:r>
            <a:endParaRPr b="1" sz="5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a5045f32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The cross of salvation was only the start.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Now I am chosen,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free and forgiven.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c4f081121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have a future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it’s worth the living.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(‘Cause) I wasn’t made to be tending a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called by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born and raised back to life again.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a5045f328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why would I make a bed in my shame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when a fountain of grace is running my way?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I am Yours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35c4ffd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who I am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’cause I know who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are.</a:t>
            </a:r>
            <a:endParaRPr b="1" sz="5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635c4ffd9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The cross of salvation was only the start.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635c4ffd9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Now I am chosen,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free and forgiven.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635c4ffd9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have a future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it’s worth the living.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35c4ffd9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(‘Cause) I wasn’t made to be tending a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called by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born and raised back to life again.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35c4ffd9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why would I make a bed in my shame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when a fountain of grace is running my way?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I am Yours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35c4ffd9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called out my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I’ll sing out Your praise.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635c4ffd9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buried my past,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I’m not going back.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635c4ffd9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called out my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I’ll sing out Your praise.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635c4ffd9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buried my past,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I’m not going back.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635c4ffd9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wasn’t made to be tending a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called by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born and raised back to life again.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635c4ffd9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why would I make a bed in my shame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when a fountain of grace is running my way?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I am Yours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635c4ffd9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(‘Cause) I wasn’t made to be tending a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called by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born and raised back to life again.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35c4ffd9_0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why would I make a bed in my shame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when a fountain of grace is running my way?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I am Yours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635c4ffd9_0_6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called out my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I’ll sing out Your praise.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35c4ffd9_0_6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buried my past,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I’m not going back.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35c4ffd9_0_6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called out my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I’ll sing out Your praise.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635c4ffd9_0_7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Hallelujah,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You buried my past,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I’m not going back.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35c4ffd9_0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wasn’t made to be tending a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called by name,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born and raised back to life again.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35c4ffd9_0_8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So why would I make a bed in my shame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when a fountain of grace is running my way?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 know I am Yours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and I was made for more.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