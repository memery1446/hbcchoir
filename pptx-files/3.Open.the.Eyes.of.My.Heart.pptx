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iOjYxHkm33sxafd50pp/mXOtng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6ecbaebe7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g36ecbaebe7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bb6e52e0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g3dbb6e52e09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bb6e52e0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4" name="Google Shape;104;g3dbb6e52e09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6ecbaebe7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g36ecbaebe7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bb6e52e0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9" name="Google Shape;119;g3dbb6e52e09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dbb6e52e0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4" name="Google Shape;124;g3dbb6e52e09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7ea398839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" name="Google Shape;129;g37ea3988393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ea398839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g37ea3988393_0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ea3988393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g37ea3988393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ea3988393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g37ea3988393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dbb6e52e0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9" name="Google Shape;149;g3dbb6e52e09_0_7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dbb6e52e09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g3dbb6e52e09_0_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dbb6e52e0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dbb6e52e09_0_6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dbb6e52e09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g3dbb6e52e09_0_6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bb6e52e0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g3dbb6e52e09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dbb6e52e0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g3dbb6e52e09_0_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lvl="2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 rot="5400000">
            <a:off x="2309019" y="-251619"/>
            <a:ext cx="452596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5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7" name="Google Shape;37;p15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8" name="Google Shape;38;p15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6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4" name="Google Shape;44;p16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2pPr>
            <a:lvl3pPr indent="-228600" lvl="2" marL="1371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5" name="Google Shape;45;p16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6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7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7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8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8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5" name="Google Shape;55;p18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7" name="Google Shape;57;p18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46441"/>
            </a:gs>
            <a:gs pos="100000">
              <a:srgbClr val="022E1E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4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493600" y="2209800"/>
            <a:ext cx="82758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i="0" lang="en-US" sz="4800" u="sng">
                <a:solidFill>
                  <a:schemeClr val="lt1"/>
                </a:solidFill>
              </a:rPr>
              <a:t>Open the Eyes of My Heart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914400" y="4495800"/>
            <a:ext cx="7315200" cy="21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Words and Music by Paul Baloche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Copyright 1997 Integrity’s Hosanna! Music (ASCAPP) </a:t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(c/o Integrity Media, Inc., 1000 Cody Road, Mobile, AL 36695). </a:t>
            </a:r>
            <a:endParaRPr b="1" i="0" sz="18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All rights reserved. Used by permission.</a:t>
            </a:r>
            <a:endParaRPr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9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CCLI # </a:t>
            </a:r>
            <a:r>
              <a:rPr b="1" lang="en-US" sz="1800">
                <a:solidFill>
                  <a:schemeClr val="lt1"/>
                </a:solidFill>
              </a:rPr>
              <a:t>155095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7924800" y="5943600"/>
            <a:ext cx="1219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the eyes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my heart, Lord.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6ecbaebe7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want to see You.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5900">
                <a:solidFill>
                  <a:schemeClr val="lt1"/>
                </a:solidFill>
              </a:rPr>
              <a:t>(sing 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dbb6e52e09_0_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the eyes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my heart, Lord.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dbb6e52e09_0_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want to see You.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5900">
                <a:solidFill>
                  <a:schemeClr val="lt1"/>
                </a:solidFill>
              </a:rPr>
              <a:t>(sing 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114300" y="250825"/>
            <a:ext cx="8915400" cy="63547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see You high and lifted up,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s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hining in the light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Your glory.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6ecbaebe79_0_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Pour out Your power and love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we sing, </a:t>
            </a: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Holy, holy, holy!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bb6e52e09_0_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the eyes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my heart, Lord.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bb6e52e09_0_1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want to see You.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5900">
                <a:solidFill>
                  <a:schemeClr val="lt1"/>
                </a:solidFill>
              </a:rPr>
              <a:t>(sing 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ea3988393_0_8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see You high and lifted up,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s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hining in the light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Your glory.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ea3988393_0_12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Pour out Your power and love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we sing, </a:t>
            </a: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Holy, holy, holy!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ea3988393_0_16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To see You high and lifted up,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s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hining in the light 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Your glory.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7ea3988393_0_20"/>
          <p:cNvSpPr txBox="1"/>
          <p:nvPr>
            <p:ph type="title"/>
          </p:nvPr>
        </p:nvSpPr>
        <p:spPr>
          <a:xfrm>
            <a:off x="114300" y="250825"/>
            <a:ext cx="8915400" cy="635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Pour out Your power and love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n-US" sz="5900">
                <a:solidFill>
                  <a:schemeClr val="lt1"/>
                </a:solidFill>
              </a:rPr>
              <a:t>a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 we sing, </a:t>
            </a:r>
            <a:r>
              <a:rPr b="1" lang="en-US" sz="5900">
                <a:solidFill>
                  <a:schemeClr val="lt1"/>
                </a:solidFill>
              </a:rPr>
              <a:t>“</a:t>
            </a: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Holy, holy, holy!</a:t>
            </a:r>
            <a:r>
              <a:rPr b="1" lang="en-US" sz="5900">
                <a:solidFill>
                  <a:schemeClr val="lt1"/>
                </a:solidFill>
              </a:rPr>
              <a:t>”</a:t>
            </a:r>
            <a:endParaRPr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bb6e52e09_0_72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1" lang="en-US" sz="5900">
                <a:solidFill>
                  <a:schemeClr val="lt1"/>
                </a:solidFill>
              </a:rPr>
              <a:t>(Holy, Holy, Holy! x2)</a:t>
            </a:r>
            <a:endParaRPr b="1"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the eyes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my heart, Lord.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bb6e52e09_0_7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1" lang="en-US" sz="5900">
                <a:solidFill>
                  <a:schemeClr val="lt1"/>
                </a:solidFill>
              </a:rPr>
              <a:t>(Holy, Holy, Holy!)</a:t>
            </a:r>
            <a:endParaRPr b="1"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want to see You.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5900">
                <a:solidFill>
                  <a:schemeClr val="lt1"/>
                </a:solidFill>
              </a:rPr>
              <a:t>(sing 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bb6e52e09_0_64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1" lang="en-US" sz="5900">
                <a:solidFill>
                  <a:schemeClr val="lt1"/>
                </a:solidFill>
              </a:rPr>
              <a:t>(Holy, Holy, Holy! x2)</a:t>
            </a:r>
            <a:endParaRPr b="1"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the eyes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my heart, Lord.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bb6e52e09_0_68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1" lang="en-US" sz="5900">
                <a:solidFill>
                  <a:schemeClr val="lt1"/>
                </a:solidFill>
              </a:rPr>
              <a:t>(Holy, Holy, Holy!)</a:t>
            </a:r>
            <a:endParaRPr b="1"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want to see You.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5900">
                <a:solidFill>
                  <a:schemeClr val="lt1"/>
                </a:solidFill>
              </a:rPr>
              <a:t>(sing 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bb6e52e09_0_16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1" lang="en-US" sz="5900">
                <a:solidFill>
                  <a:schemeClr val="lt1"/>
                </a:solidFill>
              </a:rPr>
              <a:t>(Holy, Holy, Holy! x2)</a:t>
            </a:r>
            <a:endParaRPr b="1"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Open the eyes </a:t>
            </a:r>
            <a:endParaRPr b="1" i="0" sz="5900" u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of my heart, Lord.</a:t>
            </a:r>
            <a:r>
              <a:rPr b="1" lang="en-US" sz="5900">
                <a:solidFill>
                  <a:schemeClr val="lt1"/>
                </a:solidFill>
              </a:rPr>
              <a:t> </a:t>
            </a:r>
            <a:endParaRPr b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i="1" lang="en-US" sz="5900">
                <a:solidFill>
                  <a:schemeClr val="lt1"/>
                </a:solidFill>
              </a:rPr>
              <a:t>(sing 2x)</a:t>
            </a:r>
            <a:endParaRPr i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dbb6e52e09_0_20"/>
          <p:cNvSpPr txBox="1"/>
          <p:nvPr>
            <p:ph type="title"/>
          </p:nvPr>
        </p:nvSpPr>
        <p:spPr>
          <a:xfrm>
            <a:off x="152400" y="152400"/>
            <a:ext cx="8839200" cy="655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1" lang="en-US" sz="5900">
                <a:solidFill>
                  <a:schemeClr val="lt1"/>
                </a:solidFill>
              </a:rPr>
              <a:t>(Holy, Holy, Holy!)</a:t>
            </a:r>
            <a:endParaRPr b="1" i="1" sz="5900">
              <a:solidFill>
                <a:schemeClr val="lt1"/>
              </a:solidFill>
            </a:endParaRPr>
          </a:p>
          <a:p>
            <a:pPr indent="0" lvl="0" marL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 want to see You.</a:t>
            </a:r>
            <a:br>
              <a:rPr b="1" i="0" lang="en-US" sz="5900" u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i="1" lang="en-US" sz="5900">
                <a:solidFill>
                  <a:schemeClr val="lt1"/>
                </a:solidFill>
              </a:rPr>
              <a:t>(sing 2x)</a:t>
            </a:r>
            <a:endParaRPr b="1" sz="59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pastor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