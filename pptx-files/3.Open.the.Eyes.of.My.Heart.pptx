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5" roundtripDataSignature="AMtx7mj0VZM+LLeASlyFjlTMXxfNEmLU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6ecbaebe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" name="Google Shape;94;g36ecbaebe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6ecbaebe7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g36ecbaebe79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6ecbaebe7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" name="Google Shape;104;g36ecbaebe79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6ecbaebe79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4" name="Google Shape;114;g36ecbaebe79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7ea398839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g37ea3988393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7ea3988393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g37ea3988393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7ea398839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g37ea3988393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ea398839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4" name="Google Shape;134;g37ea3988393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7ea3988393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g37ea3988393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ea3988393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4" name="Google Shape;144;g37ea3988393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7ea3988393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9" name="Google Shape;149;g37ea3988393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7ea3988393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g37ea3988393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196a781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g3a196a7813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196a7813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g3a196a78134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7ea3988393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g37ea3988393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7ea3988393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4" name="Google Shape;174;g37ea3988393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/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1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1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2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2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2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3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3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4"/>
          <p:cNvSpPr txBox="1"/>
          <p:nvPr>
            <p:ph idx="1" type="body"/>
          </p:nvPr>
        </p:nvSpPr>
        <p:spPr>
          <a:xfrm rot="5400000">
            <a:off x="2309019" y="-251619"/>
            <a:ext cx="4525962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4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4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4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5"/>
          <p:cNvSpPr txBox="1"/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5"/>
          <p:cNvSpPr/>
          <p:nvPr>
            <p:ph idx="2" type="pic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5"/>
          <p:cNvSpPr txBox="1"/>
          <p:nvPr>
            <p:ph idx="1" type="body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indent="-228600" lvl="1" marL="914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38" name="Google Shape;38;p15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5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5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6"/>
          <p:cNvSpPr txBox="1"/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6"/>
          <p:cNvSpPr txBox="1"/>
          <p:nvPr>
            <p:ph idx="1" type="body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44" name="Google Shape;44;p16"/>
          <p:cNvSpPr txBox="1"/>
          <p:nvPr>
            <p:ph idx="2" type="body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1pPr>
            <a:lvl2pPr indent="-228600" lvl="1" marL="914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45" name="Google Shape;45;p16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6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7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/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8"/>
          <p:cNvSpPr txBox="1"/>
          <p:nvPr>
            <p:ph idx="1" type="body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18"/>
          <p:cNvSpPr txBox="1"/>
          <p:nvPr>
            <p:ph idx="2" type="body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18"/>
          <p:cNvSpPr txBox="1"/>
          <p:nvPr>
            <p:ph idx="3" type="body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18"/>
          <p:cNvSpPr txBox="1"/>
          <p:nvPr>
            <p:ph idx="4" type="body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18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8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19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9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/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0"/>
          <p:cNvSpPr txBox="1"/>
          <p:nvPr>
            <p:ph idx="1" type="body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71" name="Google Shape;71;p20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0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0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1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46441"/>
            </a:gs>
            <a:gs pos="100000">
              <a:srgbClr val="022E1E"/>
            </a:gs>
          </a:gsLst>
          <a:lin ang="540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0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0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493600" y="2209800"/>
            <a:ext cx="82758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4800" u="sng">
                <a:solidFill>
                  <a:schemeClr val="lt1"/>
                </a:solidFill>
              </a:rPr>
              <a:t>Open the Eyes of My Heart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85" name="Google Shape;85;p1"/>
          <p:cNvSpPr txBox="1"/>
          <p:nvPr>
            <p:ph idx="1" type="subTitle"/>
          </p:nvPr>
        </p:nvSpPr>
        <p:spPr>
          <a:xfrm>
            <a:off x="914400" y="4495800"/>
            <a:ext cx="7315200" cy="21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Words and Music by Paul Baloche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Copyright 1997 Integrity’s Hosanna! Music (ASCAPP) </a:t>
            </a:r>
            <a:endParaRPr b="1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(c/o Integrity Media, Inc., 1000 Cody Road, Mobile, AL 36695). </a:t>
            </a:r>
            <a:endParaRPr b="1" i="0" sz="18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All rights reserved. Used by permission.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CCLI # </a:t>
            </a:r>
            <a:r>
              <a:rPr b="1" lang="en-US" sz="1800">
                <a:solidFill>
                  <a:schemeClr val="lt1"/>
                </a:solidFill>
              </a:rPr>
              <a:t>155095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7924800" y="5943600"/>
            <a:ext cx="1219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</a:t>
            </a:r>
            <a:endParaRPr b="1" i="0" sz="5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my heart, Lord.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of my heart.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6ecbaebe79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ecbaebe79_0_1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</a:t>
            </a:r>
            <a:endParaRPr b="1" i="0" sz="5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my heart, Lord.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of my heart.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6ecbaebe79_0_1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/>
          <p:nvPr>
            <p:ph type="title"/>
          </p:nvPr>
        </p:nvSpPr>
        <p:spPr>
          <a:xfrm>
            <a:off x="114300" y="250825"/>
            <a:ext cx="8915400" cy="6354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To see You high and lifted up,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5900">
                <a:solidFill>
                  <a:schemeClr val="lt1"/>
                </a:solidFill>
              </a:rPr>
              <a:t>s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hining in the light 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Your glory.</a:t>
            </a:r>
            <a:endParaRPr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ecbaebe79_0_8"/>
          <p:cNvSpPr txBox="1"/>
          <p:nvPr>
            <p:ph type="title"/>
          </p:nvPr>
        </p:nvSpPr>
        <p:spPr>
          <a:xfrm>
            <a:off x="114300" y="250825"/>
            <a:ext cx="8915400" cy="6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Pour out Your power and love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5900">
                <a:solidFill>
                  <a:schemeClr val="lt1"/>
                </a:solidFill>
              </a:rPr>
              <a:t>a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 we sing, </a:t>
            </a:r>
            <a:r>
              <a:rPr b="1" lang="en-US" sz="5900">
                <a:solidFill>
                  <a:schemeClr val="lt1"/>
                </a:solidFill>
              </a:rPr>
              <a:t>“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Holy, holy, holy!</a:t>
            </a:r>
            <a:r>
              <a:rPr b="1" lang="en-US" sz="5900">
                <a:solidFill>
                  <a:schemeClr val="lt1"/>
                </a:solidFill>
              </a:rPr>
              <a:t>”</a:t>
            </a:r>
            <a:endParaRPr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7ea3988393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</a:t>
            </a:r>
            <a:endParaRPr b="1" i="0" sz="5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my heart, Lord.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of my heart.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7ea3988393_0_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ea3988393_0_8"/>
          <p:cNvSpPr txBox="1"/>
          <p:nvPr>
            <p:ph type="title"/>
          </p:nvPr>
        </p:nvSpPr>
        <p:spPr>
          <a:xfrm>
            <a:off x="114300" y="250825"/>
            <a:ext cx="8915400" cy="6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To see You high and lifted up,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5900">
                <a:solidFill>
                  <a:schemeClr val="lt1"/>
                </a:solidFill>
              </a:rPr>
              <a:t>s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hining in the light 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Your glory.</a:t>
            </a:r>
            <a:endParaRPr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7ea3988393_0_12"/>
          <p:cNvSpPr txBox="1"/>
          <p:nvPr>
            <p:ph type="title"/>
          </p:nvPr>
        </p:nvSpPr>
        <p:spPr>
          <a:xfrm>
            <a:off x="114300" y="250825"/>
            <a:ext cx="8915400" cy="6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Pour out Your power and love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5900">
                <a:solidFill>
                  <a:schemeClr val="lt1"/>
                </a:solidFill>
              </a:rPr>
              <a:t>a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 we sing, </a:t>
            </a:r>
            <a:r>
              <a:rPr b="1" lang="en-US" sz="5900">
                <a:solidFill>
                  <a:schemeClr val="lt1"/>
                </a:solidFill>
              </a:rPr>
              <a:t>“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Holy, holy, holy!</a:t>
            </a:r>
            <a:r>
              <a:rPr b="1" lang="en-US" sz="5900">
                <a:solidFill>
                  <a:schemeClr val="lt1"/>
                </a:solidFill>
              </a:rPr>
              <a:t>”</a:t>
            </a:r>
            <a:endParaRPr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ea3988393_0_16"/>
          <p:cNvSpPr txBox="1"/>
          <p:nvPr>
            <p:ph type="title"/>
          </p:nvPr>
        </p:nvSpPr>
        <p:spPr>
          <a:xfrm>
            <a:off x="114300" y="250825"/>
            <a:ext cx="8915400" cy="6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To see You high and lifted up,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5900">
                <a:solidFill>
                  <a:schemeClr val="lt1"/>
                </a:solidFill>
              </a:rPr>
              <a:t>s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hining in the light 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Your glory.</a:t>
            </a:r>
            <a:endParaRPr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7ea3988393_0_20"/>
          <p:cNvSpPr txBox="1"/>
          <p:nvPr>
            <p:ph type="title"/>
          </p:nvPr>
        </p:nvSpPr>
        <p:spPr>
          <a:xfrm>
            <a:off x="114300" y="250825"/>
            <a:ext cx="8915400" cy="6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Pour out Your power and love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-US" sz="5900">
                <a:solidFill>
                  <a:schemeClr val="lt1"/>
                </a:solidFill>
              </a:rPr>
              <a:t>a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 we sing, </a:t>
            </a:r>
            <a:r>
              <a:rPr b="1" lang="en-US" sz="5900">
                <a:solidFill>
                  <a:schemeClr val="lt1"/>
                </a:solidFill>
              </a:rPr>
              <a:t>“</a:t>
            </a: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Holy, holy, holy!</a:t>
            </a:r>
            <a:r>
              <a:rPr b="1" lang="en-US" sz="5900">
                <a:solidFill>
                  <a:schemeClr val="lt1"/>
                </a:solidFill>
              </a:rPr>
              <a:t>”</a:t>
            </a:r>
            <a:endParaRPr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7ea3988393_0_2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</a:t>
            </a:r>
            <a:endParaRPr b="1" i="0" sz="5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my heart, Lord.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of my heart.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7ea3988393_0_2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a196a78134_0_0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</a:t>
            </a:r>
            <a:endParaRPr b="1" i="0" sz="5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my heart, Lord.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of my heart.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196a78134_0_4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ea3988393_0_3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</a:t>
            </a:r>
            <a:endParaRPr b="1" i="0" sz="5900" u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 my heart, Lord.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Open the eyes of my heart.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7ea3988393_0_3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You.</a:t>
            </a:r>
            <a:b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5900" u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 want to see You!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  <dc:creator>pastor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