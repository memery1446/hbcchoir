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1" roundtripDataSignature="AMtx7mhfN4RX6K/cIL2JU2yCVEvZiXUw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be4432ff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" name="Google Shape;35;g3be4432ff0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" name="Google Shape;4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be4432ff0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" name="Google Shape;45;g3be4432ff08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" name="Google Shape;5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be4432ff0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" name="Google Shape;55;g3be4432ff08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e4432ff0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" name="Google Shape;60;g3be4432ff08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" name="Google Shape;6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e4432ff0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" name="Google Shape;70;g3be4432ff08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" name="Google Shape;7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e4633ae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" name="Google Shape;80;g3be4633aeb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e4633aeb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" name="Google Shape;85;g3be4633aeb2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e4633aeb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g3be4633aeb2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e4633aeb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g3be4633aeb2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e4633aeb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g3be4633aeb2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e4633aeb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g3be4633aeb2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e4432ff0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g3be4432ff08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e4432ff08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g3be4432ff08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e4633aeb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g3be4633aeb2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e4633aeb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g3be4633aeb2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e4633aeb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g3be4633aeb2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e4633aeb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g3be4633aeb2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e4633aeb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g3be4633aeb2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e4633aeb2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g3be4633aeb2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6441"/>
            </a:gs>
            <a:gs pos="100000">
              <a:srgbClr val="02462D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209800"/>
            <a:ext cx="7772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5400" u="sng">
                <a:solidFill>
                  <a:schemeClr val="lt1"/>
                </a:solidFill>
              </a:rPr>
              <a:t>Praise You in This Storm</a:t>
            </a:r>
            <a:endParaRPr sz="5400" u="sng">
              <a:solidFill>
                <a:schemeClr val="lt1"/>
              </a:solidFill>
            </a:endParaRPr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914400" y="4267200"/>
            <a:ext cx="73152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by </a:t>
            </a:r>
            <a:r>
              <a:rPr lang="en-US" sz="1800">
                <a:solidFill>
                  <a:schemeClr val="lt1"/>
                </a:solidFill>
              </a:rPr>
              <a:t>Bernie Herms | Mark Hall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© 2005 BanaHama Tunes; Be Essential Songs; My Refuge Music; Curb Word Music.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All rights reserved. Used by permission.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was sure by now,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God, You would have reached down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wiped our tears away,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be4432ff08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Stepped in and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saved the day.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But once again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I'll say amen,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it's still rainin'.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"/>
          <p:cNvSpPr txBox="1"/>
          <p:nvPr>
            <p:ph type="title"/>
          </p:nvPr>
        </p:nvSpPr>
        <p:spPr>
          <a:xfrm>
            <a:off x="114300" y="250825"/>
            <a:ext cx="8915400" cy="635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But as the thunder rolls,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barely hear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whisper through the rain,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“I'm with You.”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be4432ff08_0_4"/>
          <p:cNvSpPr txBox="1"/>
          <p:nvPr>
            <p:ph type="title"/>
          </p:nvPr>
        </p:nvSpPr>
        <p:spPr>
          <a:xfrm>
            <a:off x="114300" y="250825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as Your mercy falls,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I'll raise my hands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praise the God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who gives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takes away.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I'll praise You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in this storm,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I will lift my hands,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e4432ff08_0_8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For You are who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are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no matter where I am.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e4432ff08_0_12"/>
          <p:cNvSpPr txBox="1"/>
          <p:nvPr>
            <p:ph type="title"/>
          </p:nvPr>
        </p:nvSpPr>
        <p:spPr>
          <a:xfrm>
            <a:off x="114300" y="250825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ev'ry tear I've cried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hold in Your hand.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never left my side.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though my heart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is torn,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will praise You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in this storm.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e4432ff08_0_2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remember when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stumbled in the wind.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heard my cry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to You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raised me up again.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But my strength is almost gone.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How can I carry on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If I can't find You?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e4633aeb2_0_0"/>
          <p:cNvSpPr txBox="1"/>
          <p:nvPr>
            <p:ph type="title"/>
          </p:nvPr>
        </p:nvSpPr>
        <p:spPr>
          <a:xfrm>
            <a:off x="114300" y="250825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But as the thunder rolls,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barely hear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whisper through the rain,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“I'm with You.”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e4633aeb2_0_4"/>
          <p:cNvSpPr txBox="1"/>
          <p:nvPr>
            <p:ph type="title"/>
          </p:nvPr>
        </p:nvSpPr>
        <p:spPr>
          <a:xfrm>
            <a:off x="114300" y="250825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as Your mercy falls,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I'll raise my hands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praise the God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who gives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takes away.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e4633aeb2_0_8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I'll praise You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in this storm,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I will lift my hands,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e4633aeb2_0_1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For You are who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are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no matter where I am.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e4633aeb2_0_16"/>
          <p:cNvSpPr txBox="1"/>
          <p:nvPr>
            <p:ph type="title"/>
          </p:nvPr>
        </p:nvSpPr>
        <p:spPr>
          <a:xfrm>
            <a:off x="114300" y="250825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ev'ry tear I've cried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hold in Your hand.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never left my side.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e4633aeb2_0_2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though my heart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is torn,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will praise You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in this storm.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e4432ff08_0_2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lift my eyes unto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hills.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Where does my help come from?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e4432ff08_0_44"/>
          <p:cNvSpPr txBox="1"/>
          <p:nvPr>
            <p:ph type="title"/>
          </p:nvPr>
        </p:nvSpPr>
        <p:spPr>
          <a:xfrm>
            <a:off x="114300" y="250825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My help comes from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Lord,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Maker of heaven and earth.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e4633aeb2_0_2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lift my eyes unto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hills.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Where does my help come from?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e4633aeb2_0_28"/>
          <p:cNvSpPr txBox="1"/>
          <p:nvPr>
            <p:ph type="title"/>
          </p:nvPr>
        </p:nvSpPr>
        <p:spPr>
          <a:xfrm>
            <a:off x="114300" y="250825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My help comes from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Lord,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Maker of heaven and earth.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e4633aeb2_0_3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I'll praise You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in this storm,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I will lift my hands,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e4633aeb2_0_36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For You are who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are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no matter where I am.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e4633aeb2_0_40"/>
          <p:cNvSpPr txBox="1"/>
          <p:nvPr>
            <p:ph type="title"/>
          </p:nvPr>
        </p:nvSpPr>
        <p:spPr>
          <a:xfrm>
            <a:off x="114300" y="250825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ev'ry tear I've cried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hold in Your hand.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never left my side.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e4633aeb2_0_4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though my heart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is torn,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will praise You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in this storm.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i="1" lang="en-US" sz="4700">
                <a:solidFill>
                  <a:schemeClr val="lt1"/>
                </a:solidFill>
              </a:rPr>
              <a:t>(sing 2x)</a:t>
            </a:r>
            <a:endParaRPr i="1" sz="4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