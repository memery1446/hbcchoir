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h2vnFlQ2nZWBe0LuejqoWj2FZu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9622821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3796228213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361b756f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3f361b756fe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96228213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g37962282139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96228213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g37962282139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361b756f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g3f361b756fe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361b756f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g3f361b756fe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361b756f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g3f361b756fe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361b756f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g3f361b756fe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361b756f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f361b756fe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9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2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2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2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373752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1606050"/>
            <a:ext cx="7772400" cy="364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US" sz="54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Sometimes by Step</a:t>
            </a:r>
            <a:endParaRPr b="1" sz="54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Words and Music by David (Beaker) Strasser | Rich Mullins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1992 Kid Brothers Of St. Frank Publishing; Universal Music - Brentwood Benson Publishing. For use solely with the SongSelect® Terms of Use. All rights reserved. CCLI License # 155095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t/>
            </a:r>
            <a:endParaRPr b="1" sz="54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696200" y="59436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Sometimes the night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 beautiful.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Sometimes the sky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was so far away.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Sometimes it seemed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stoop so close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could touch it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but your heart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would break.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Sometimes the morning came too soon,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sometimes the day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could be so hard.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962282139_0_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 was so much work left to do,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but so much You'd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already done.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Oh God, You are my God,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 will ever praise You.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Oh God, You are my God,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 will ever praise You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 will seek You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the morning,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 will learn to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walk in Your ways,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361b756fe_0_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step by step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You'll lead me,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 will follow You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of my days.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962282139_0_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Sometimes I think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Abraham,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how one star he saw had been lit for him.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962282139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was a stranger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this land,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 am that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less than he.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on the road to righteousness,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sometimes the climb can be so steep.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may falter in my steps,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never beyond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reach.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361b756fe_0_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Oh God, You are my God,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 will ever praise You.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Oh God, You are my God,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 will ever praise You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361b756fe_0_13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 will seek You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the morning,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 will learn to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walk in Your ways,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361b756fe_0_21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step by step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You'll lead me,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 will follow You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of my days.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361b756fe_0_2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nd I will follow You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of my days.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 will follow You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of my days.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361b756fe_0_2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step by step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You'll lead me,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 will follow You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of my days.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