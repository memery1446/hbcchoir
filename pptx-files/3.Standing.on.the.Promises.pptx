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i8a1OZB8t4YCR0UXi49Z2vdbP3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73247977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g373247977c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3247977c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g373247977c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3247977c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73247977c0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3247977c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73247977c0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3247977c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73247977c0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3247977c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73247977c0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3247977c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73247977c0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3247977c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73247977c0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3247977c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73247977c0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3247977c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73247977c0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>
            <p:ph type="ctrTitle"/>
          </p:nvPr>
        </p:nvSpPr>
        <p:spPr>
          <a:xfrm>
            <a:off x="685800" y="22098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4800" u="sng">
                <a:solidFill>
                  <a:schemeClr val="lt1"/>
                </a:solidFill>
              </a:rPr>
              <a:t>Standing on the Promises</a:t>
            </a:r>
            <a:endParaRPr b="1"/>
          </a:p>
        </p:txBody>
      </p:sp>
      <p:sp>
        <p:nvSpPr>
          <p:cNvPr id="33" name="Google Shape;33;p1"/>
          <p:cNvSpPr txBox="1"/>
          <p:nvPr>
            <p:ph idx="1" type="subTitle"/>
          </p:nvPr>
        </p:nvSpPr>
        <p:spPr>
          <a:xfrm>
            <a:off x="914400" y="4800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R. Kelso Carter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public domain</a:t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7924800" y="5943600"/>
            <a:ext cx="121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Standing on the promises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of Christ my King,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73247977c0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Thro’ eternal ages let His praises ring;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type="title"/>
          </p:nvPr>
        </p:nvSpPr>
        <p:spPr>
          <a:xfrm>
            <a:off x="114300" y="250825"/>
            <a:ext cx="89154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Glory in the highest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 will shout and sing,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3247977c0_0_4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Standing on the promises of God.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Standing, standing, 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Standing on the promises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of God,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my Savior;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Standing, standing, 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I’m standing on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the promises of God.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Standing on the promises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that cannot fail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3247977c0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When the howling storms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of doubt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and fear assail,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By the living Word of God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 shall prevail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3247977c0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Standing on the promises of God.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3247977c0_0_1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Standing, standing, 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Standing on the promises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of God,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my Savior;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3247977c0_0_2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Standing, standing, 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I’m standing on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the promises of God.</a:t>
            </a:r>
            <a:endParaRPr b="1" sz="5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Standing on the promises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of Christ, the Lord,</a:t>
            </a:r>
            <a:endParaRPr b="1" sz="5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3247977c0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Bound to Him eternally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by love’s strong cord,</a:t>
            </a:r>
            <a:endParaRPr b="1" sz="5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Overcoming daily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with the Spirit’s sword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b="1" sz="5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3247977c0_0_2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Standing on the promises of God.</a:t>
            </a:r>
            <a:endParaRPr b="1" sz="5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 txBox="1"/>
          <p:nvPr>
            <p:ph type="title"/>
          </p:nvPr>
        </p:nvSpPr>
        <p:spPr>
          <a:xfrm>
            <a:off x="114300" y="152400"/>
            <a:ext cx="89154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Standing, standing,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Standing on the promises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of God,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my Savior;</a:t>
            </a:r>
            <a:endParaRPr b="1" sz="5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 txBox="1"/>
          <p:nvPr>
            <p:ph type="title"/>
          </p:nvPr>
        </p:nvSpPr>
        <p:spPr>
          <a:xfrm>
            <a:off x="114300" y="152400"/>
            <a:ext cx="89154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Standing, standing,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I’m standing on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the promises of God.</a:t>
            </a:r>
            <a:endParaRPr b="1" sz="5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Standing on the promises I cannot fall,</a:t>
            </a:r>
            <a:endParaRPr b="1" sz="5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3247977c0_0_32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List’ning ev’ry moment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to the Spirit’s call,</a:t>
            </a:r>
            <a:endParaRPr b="1" sz="5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Resting in my Savior as my all in all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b="1" sz="5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3247977c0_0_3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Standing on the promises of God.</a:t>
            </a:r>
            <a:endParaRPr b="1" sz="5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Standing, standing,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Standing on the promises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of God,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my Savior;</a:t>
            </a:r>
            <a:endParaRPr b="1" sz="5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>
            <a:off x="114300" y="152400"/>
            <a:ext cx="89154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Standing, standing,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I’m standing on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the promises of God.</a:t>
            </a:r>
            <a:endParaRPr b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