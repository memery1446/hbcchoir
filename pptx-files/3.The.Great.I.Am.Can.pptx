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vtn6fw2Gp55IVVFuoTwFi4KJ2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aa58df1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caa58df12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9dfbb684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d9dfbb684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dfbb684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d9dfbb684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9dfbb68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d9dfbb684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aa58df12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caa58df12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9dfbb68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d9dfbb684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9dfbb684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d9dfbb684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The Great I Am Can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</a:t>
            </a:r>
            <a:r>
              <a:rPr lang="en-US" sz="1800">
                <a:solidFill>
                  <a:schemeClr val="lt1"/>
                </a:solidFill>
              </a:rPr>
              <a:t>Brandon Lake | Hank Bentley | Jacob Sooter | Steven Furtick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2025 Capitol CMG Paragon; Songs By That Dog Will Hunt; Brandon Lake Music; Just When Publishing; Music by Elevation Worship Publishing; So Essential Tunes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Every battle's yours before it even comes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When the arrows fly You will stand in front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You will make a way where there isn’t one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though it’s hard to see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still believe it’s done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can’t do it but the Great I Am can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can’t do it but the Great I Am can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aa58df123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Who can move the mountain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Who can split the ocean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 can’t do it but the Great I Am can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I’ve been here before I know how this ends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It’s not if You will I’m convinced it’s when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'Cause You have made a way and You will again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'Cause You’re holding my tomorrow in Your hands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And a faithful God is all You’ve ever been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dfbb684f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If I ask anything in Your name You can do it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Only You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If I have just a little bit of faith You can move it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(Mountain move)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dfbb684f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If I ask anything in Your name You can do it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Only You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If I have just a little bit of faith You can move it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(Mountain move)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9dfbb684f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can’t do it but the Great I Am can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can’t do it but the Great I Am can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aa58df123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If I ask anything in Your name You can do it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Only You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If I have just a little bit of faith You can move it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(Mountain move)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9dfbb684f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If I ask anything in Your name You can do it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Only You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If I have just a little bit of faith You can move it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(Mountain move)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dfbb684f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can’t do it but the Great I Am can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can’t do it but the Great I Am can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