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i+4qszNhEHdLayjXUkXvcHI9W0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462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09800"/>
            <a:ext cx="7772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Is My Father’s World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914400" y="4267200"/>
            <a:ext cx="7315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by Maltbie D. Babcock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Music by Franklin L. Sheppard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public domain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924800" y="5943600"/>
            <a:ext cx="121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This is my Father’s world,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</a:rPr>
              <a:t>nd to my list’ning ears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All nature sings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round me rings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t</a:t>
            </a:r>
            <a:r>
              <a:rPr b="1" i="0" lang="en-US" sz="5900" u="none">
                <a:solidFill>
                  <a:schemeClr val="lt1"/>
                </a:solidFill>
              </a:rPr>
              <a:t>he music of the spheres.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14300" y="250825"/>
            <a:ext cx="8915400" cy="635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This is my Father’s world.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 rest me in the thought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rocks and trees,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of skies and seas,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His hand the wonders wrought.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This is my Father’s world.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The birds their carols raise.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The morning light,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the lily white,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D</a:t>
            </a:r>
            <a:r>
              <a:rPr b="1" i="0" lang="en-US" sz="5900" u="none">
                <a:solidFill>
                  <a:schemeClr val="lt1"/>
                </a:solidFill>
              </a:rPr>
              <a:t>eclare their Maker’s praise.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This is my Father’s world.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He shines in all that’s fair.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In the rustling grass,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 hear Him pass.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He speaks to me ev’rywhere.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This is my Father’s world!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 let me ne’er forget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That tho’ the wrong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seems oft so strong,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God is the Ruler yet.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This is my Father’s world.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The battle is not done.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152400" y="152400"/>
            <a:ext cx="87630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Jesus who died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shall be satisfied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</a:rPr>
              <a:t>nd earth and heaven be one.</a:t>
            </a:r>
            <a:endParaRPr b="1" sz="5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152400" y="152400"/>
            <a:ext cx="87630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This is my Father’s world.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The battle is not done.</a:t>
            </a:r>
            <a:endParaRPr b="1" sz="5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152400" y="152400"/>
            <a:ext cx="87630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Jesus who died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shall be satisfied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</a:rPr>
              <a:t>nd earth and heaven be one.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i="1" lang="en-US" sz="5900" u="none">
                <a:solidFill>
                  <a:schemeClr val="lt1"/>
                </a:solidFill>
              </a:rPr>
              <a:t>(repeat)</a:t>
            </a:r>
            <a:endParaRPr i="1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