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hB1UO5yJ2Rq4lNCab1SZg5i738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b544ddb4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9b544ddb47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7090ed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77090ed6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090ed6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77090ed69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7090ed6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77090ed69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090ed6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77090ed69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b544ddb4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9b544ddb4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544ddb4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9b544ddb47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b544dd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9b544ddb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544ddb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b544ddb4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b544dd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b544ddb4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544ddb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b544ddb4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b544ddb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9b544ddb4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544ddb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b544ddb4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544ddb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b544ddb4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544ddb4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b544ddb47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544ddb4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b544ddb4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544ddb47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b544ddb47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b544ddb4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b544ddb47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544ddb4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9b544ddb47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b544ddb4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9b544ddb47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544ddb4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b544ddb47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544ddb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9b544ddb4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544ddb4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9b544ddb47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b544ddb4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9b544ddb47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544ddb4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b544ddb4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544ddb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9b544ddb47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b544ddb4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9b544ddb47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Throwback Worship Medley</a:t>
            </a:r>
            <a:endParaRPr b="1" sz="59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arranged by Jay Rouse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b544ddb47_0_217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900" u="sng">
                <a:solidFill>
                  <a:schemeClr val="lt1"/>
                </a:solidFill>
              </a:rPr>
              <a:t>Blessed Be Your Name</a:t>
            </a:r>
            <a:endParaRPr b="1" sz="5900"/>
          </a:p>
        </p:txBody>
      </p:sp>
      <p:sp>
        <p:nvSpPr>
          <p:cNvPr id="34" name="Google Shape;34;g39b544ddb47_0_217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Matt Redman and Beth Redman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2002 Thankyou Music (PRS) (admin. by EMI CMG Music Publishing excluding Europe which is admin. by kingswaysongs.com) All rights reserved. Used by permission.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35" name="Google Shape;35;g39b544ddb47_0_217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land that is plentiful,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Where Your streams of abundance flow,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when I’m found in the desert place,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 I walk through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wilderness,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Ev’ry blessing You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pour out,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I’ll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turn back to praise.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7090ed69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the darkness closes in,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Lord,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I will say,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090ed69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090ed69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7090ed69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544ddb47_0_2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544ddb47_0_240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Trading My Sorrows</a:t>
            </a:r>
            <a:endParaRPr/>
          </a:p>
        </p:txBody>
      </p:sp>
      <p:sp>
        <p:nvSpPr>
          <p:cNvPr id="96" name="Google Shape;96;g39b544ddb47_0_240"/>
          <p:cNvSpPr txBox="1"/>
          <p:nvPr>
            <p:ph idx="1" type="subTitle"/>
          </p:nvPr>
        </p:nvSpPr>
        <p:spPr>
          <a:xfrm>
            <a:off x="800100" y="4191000"/>
            <a:ext cx="7543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Darrell Evans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1998 Integrity’s Hosanna! Music (ASCAP) (c/o Integrity Media, Inc., 1000 Cody Road, Mobile, AL 36695).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97" name="Google Shape;97;g39b544ddb47_0_240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b544ddb4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544ddb47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544ddb4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We’re singing, “</a:t>
            </a: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Lord! 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544ddb4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Lord, Amen!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544ddb47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</a:t>
            </a:r>
            <a:r>
              <a:rPr b="1" lang="en-US" sz="5900">
                <a:solidFill>
                  <a:schemeClr val="lt1"/>
                </a:solidFill>
              </a:rPr>
              <a:t>’m </a:t>
            </a:r>
            <a:r>
              <a:rPr b="1" i="0" lang="en-US" sz="5900" u="none">
                <a:solidFill>
                  <a:schemeClr val="lt1"/>
                </a:solidFill>
              </a:rPr>
              <a:t>pressed but not crushed,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Persecuted, not abandoned,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Struck down, but not destroyed;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b544ddb4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am blessed beyond the curse,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His promise will endure,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His joy’s gonna be my strength.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544ddb47_0_2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Though the sorrow may last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for the night,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joy comes </a:t>
            </a:r>
            <a:r>
              <a:rPr b="1" lang="en-US" sz="5900">
                <a:solidFill>
                  <a:schemeClr val="lt1"/>
                </a:solidFill>
              </a:rPr>
              <a:t>in</a:t>
            </a:r>
            <a:r>
              <a:rPr b="1" i="0" lang="en-US" sz="5900" u="none">
                <a:solidFill>
                  <a:schemeClr val="lt1"/>
                </a:solidFill>
              </a:rPr>
              <a:t> the morning.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544ddb47_0_36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b544ddb47_0_37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544ddb47_0_26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Redeemer Lives</a:t>
            </a:r>
            <a:endParaRPr/>
          </a:p>
        </p:txBody>
      </p:sp>
      <p:sp>
        <p:nvSpPr>
          <p:cNvPr id="148" name="Google Shape;148;g39b544ddb47_0_263"/>
          <p:cNvSpPr txBox="1"/>
          <p:nvPr>
            <p:ph idx="1" type="subTitle"/>
          </p:nvPr>
        </p:nvSpPr>
        <p:spPr>
          <a:xfrm>
            <a:off x="800100" y="4343400"/>
            <a:ext cx="7543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Reuben Morgan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1998 Ruben Morgan/Hillsong Publishing (ASCAP) (admin.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he US &amp; Canada by Integrity’s Hosanna! Music) (c/o Integrity Media,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Inc., 1000 Cody Road, Mobile, AL 36695). All rights reserved. Used by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149" name="Google Shape;149;g39b544ddb47_0_263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544ddb47_0_9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544ddb47_0_286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Shout to the Lord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0" name="Google Shape;160;g39b544ddb47_0_286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rgbClr val="FFFFFF"/>
                </a:solidFill>
              </a:rPr>
              <a:t>Words and Music by Darlene Zschech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rgbClr val="FFFFFF"/>
                </a:solidFill>
              </a:rPr>
              <a:t>© Copyright 1993 Darlene Zschech/Hillsong Publishing (ASCAP) (admin. in the U.S. &amp; Canada by Integrity’s Hosanna! Music) (c/o Integrity Media, Inc., 1000 Cody Road, Mobile, AL 36695). 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rgbClr val="FFFFFF"/>
                </a:solidFill>
              </a:rPr>
              <a:t>All rights reserved. Used by permission.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rgbClr val="FFFFFF"/>
                </a:solidFill>
              </a:rPr>
              <a:t>CCLI #</a:t>
            </a:r>
            <a:r>
              <a:rPr lang="en-US" sz="1800">
                <a:solidFill>
                  <a:srgbClr val="FFFFFF"/>
                </a:solidFill>
              </a:rPr>
              <a:t> 155095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1" name="Google Shape;161;g39b544ddb47_0_286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544ddb47_0_11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Shout to the Lord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the earth, let us sing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544ddb47_0_37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Power and majesty,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praise to the King;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b544ddb47_0_11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Mountains bow down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the seas will roar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At the sound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Your name.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b544ddb47_0_12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sing for joy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work of Your hands.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544ddb47_0_12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love You,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stand.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b544ddb47_0_13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 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544ddb47_0_13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 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b544ddb47_0_37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 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