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iI/E7S99Qf7tH+dK44PHY6u3G8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8d55df2f7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g38d55df2f71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8d55df2f7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g38d55df2f71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d55df2f7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8d55df2f71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d55df2f7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8d55df2f71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d55df2f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8d55df2f7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d55df2f7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8d55df2f71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d55df2f7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8d55df2f71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d55df2f7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8d55df2f71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d55df2f7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8d55df2f71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d55df2f7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8d55df2f71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d55df2f7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8d55df2f71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d55df2f7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8d55df2f71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d55df2f7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8d55df2f71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d55df2f71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8d55df2f71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d55df2f71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8d55df2f71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d55df2f7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8d55df2f71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d55df2f71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8d55df2f71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d55df2f7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8d55df2f71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d55df2f71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8d55df2f71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d55df2f71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8d55df2f71_0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85002B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5300" u="sng">
                <a:solidFill>
                  <a:schemeClr val="lt1"/>
                </a:solidFill>
              </a:rPr>
              <a:t>Way Maker</a:t>
            </a:r>
            <a:endParaRPr sz="5300" u="sng">
              <a:solidFill>
                <a:schemeClr val="lt1"/>
              </a:solidFill>
            </a:endParaRPr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00100" y="5029200"/>
            <a:ext cx="7543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</a:t>
            </a:r>
            <a:r>
              <a:rPr lang="en-US" sz="1900">
                <a:solidFill>
                  <a:schemeClr val="lt1"/>
                </a:solidFill>
              </a:rPr>
              <a:t>Osinachi Kalu Okoro Egbu</a:t>
            </a:r>
            <a:endParaRPr sz="19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900">
                <a:solidFill>
                  <a:schemeClr val="lt1"/>
                </a:solidFill>
              </a:rPr>
              <a:t>© 2016 Integrity Music. All rights reserved. Used by permission.</a:t>
            </a:r>
            <a:endParaRPr sz="19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900">
                <a:solidFill>
                  <a:schemeClr val="lt1"/>
                </a:solidFill>
              </a:rPr>
              <a:t>CCLI # 155095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here,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moving in our midst;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worship You,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worship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here,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working in this place;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worship You,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worship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8d55df2f71_0_6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here,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moving in our midst;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worship You,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worship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8d55df2f71_0_6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here,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working in this place;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worship You,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worship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Way Maker, Miracle Worker, Promise Keeper,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Light in the darkness, my God, that is who You are.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d55df2f71_0_7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Way Maker, Miracle Worker, Promise Keeper,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d55df2f71_0_7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Light in the darkness, my God, that is who You are.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here,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touching ev'ry heart;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worship You,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worship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d55df2f71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here,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healing ev'ry heart;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worship You,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worship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d55df2f71_0_8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here,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turning lives around;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worship You,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worship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d55df2f71_0_8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here,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mending ev'ry heart;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worship You,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worship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d55df2f71_0_8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Way Maker, Miracle Worker, Promise Keeper,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d55df2f71_0_9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Light in the darkness, my God, that is who You are.</a:t>
            </a:r>
            <a:endParaRPr b="1" sz="5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d55df2f71_0_9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Way Maker, Miracle Worker, Promise Keeper,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d55df2f71_0_10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Light in the darkness, my God, that is who You are.</a:t>
            </a:r>
            <a:endParaRPr b="1" sz="5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d55df2f71_0_5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Even when I don't see it You're working.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Even when I don't feel it You're working.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d55df2f71_0_6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never stop,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never stop working.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never stop,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never stop working.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d55df2f71_0_13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Even when I don't see it You're working.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Even when I don't feel it You're working.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d55df2f71_0_13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never stop,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never stop working.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never stop,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never stop working.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d55df2f71_0_10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Way Maker, Miracle Worker, Promise Keeper,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d55df2f71_0_10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Light in the darkness, my God, that is who You are.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rgbClr val="B9003C"/>
                </a:solidFill>
              </a:rPr>
              <a:t>(***)</a:t>
            </a:r>
            <a:endParaRPr b="1" sz="5900">
              <a:solidFill>
                <a:srgbClr val="B9003C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d55df2f71_0_11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Way Maker, Miracle Worker, Promise Keeper,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d55df2f71_0_1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Light in the darkness, my God, that is who You are.</a:t>
            </a:r>
            <a:endParaRPr b="1" sz="5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d55df2f71_0_12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</a:t>
            </a:r>
            <a:r>
              <a:rPr b="1" lang="en-US" sz="5900">
                <a:solidFill>
                  <a:schemeClr val="lt1"/>
                </a:solidFill>
              </a:rPr>
              <a:t>hat is who You are.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i="1" lang="en-US" sz="5300">
                <a:solidFill>
                  <a:schemeClr val="lt1"/>
                </a:solidFill>
              </a:rPr>
              <a:t>(sing 8x)</a:t>
            </a:r>
            <a:endParaRPr i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