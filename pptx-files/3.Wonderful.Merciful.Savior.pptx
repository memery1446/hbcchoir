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Rt8S4qBzBHtAzqB0FKeCb4EcZ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d5962d2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8d5962d2e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d5962d2e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8d5962d2e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ff9b133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cff9b133e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ff9b133e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cff9b133e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ff9b133e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cff9b133e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ff9b133e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cff9b133e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ff9b133e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cff9b133e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ff9b133e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cff9b133e3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ff9b133e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cff9b133e3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5" name="Google Shape;45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5300" u="sng">
                <a:solidFill>
                  <a:schemeClr val="lt1"/>
                </a:solidFill>
              </a:rPr>
              <a:t>Wonderful, Merciful Savior</a:t>
            </a:r>
            <a:endParaRPr sz="53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Dawn Rodgers and Eric Wyse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Copyright 1989 Word Music, LLC/Dayspring Music, LLC.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All rights reserved. Used by permission.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CCLI # 155095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Wonderful, merciful Savior,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Precious Redeemer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Friend,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Who would have thought that a Lamb could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rescue the souls of man?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You rescue the souls of man.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d5962d2ee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Counselor, Comforter, Keeper,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Spirit we long to embrace,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offer hope when our hearts have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hopelessly lost our way.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we’ve hopelessly lost the way.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are the One that we praise,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are the One we adore,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5962d2ee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give the healing and grace our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hearts always hunger for.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our hearts always hunger for.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ff9b133e3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give the healing and grace our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hearts always hunger for.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our hearts always hunger for.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ff9b133e3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Almighty, infinite Father,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faithfully loving Your own,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ff9b133e3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Here in our weakness You find us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falling before Your throne.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we're falling before Your throne.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ff9b133e3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are the One that we praise,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are the One we adore,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ff9b133e3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give the healing and grace our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hearts always hunger for.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our hearts always hunger for.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ff9b133e3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are the One that we praise,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are the One we adore,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ff9b133e3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give the healing and grace our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hearts always hunger for.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Oh, our hearts always hunger for.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