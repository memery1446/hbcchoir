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xX7GYvEZPn0tgfIQnvEbd1yA5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a5045f3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7a5045f3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4f0811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c4f0811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5045f32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7a5045f32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6361a0e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d6361a0e0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635c4ff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d635c4ff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35c4ff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d635c4ffd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361a0e0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d6361a0e0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361a0e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d6361a0e0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6361a0e0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d6361a0e0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35c4ff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d635c4ffd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635c4ff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d635c4ffd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361a0e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d6361a0e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6361a0e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d6361a0e0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361a0e0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d6361a0e0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6361a0e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d6361a0e0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361a0e0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d6361a0e0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All to Honour Jesus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Scott Lavender | Susan Lack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CityAlight Music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Father, may I serve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like my Saviour.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Give me eyes to see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what You see.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a5045f32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Teach my sinful heart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to be humble.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Help me be Your hands and feet.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Father, may I love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like my Saviour,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as He had compassion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on me.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c4f081121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May I work for justice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mercy,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 the ones in greatest need.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God of love,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would You lead me?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Take this heart make it holy.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a5045f328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Help me serve through the strength of Christ,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Jesus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with my life.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361a0e04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Jesus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with my life.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635c4ffd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Father, may I tell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of my Saviour,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how He offers hope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 the lost.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635c4ffd9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Help me share the grace and forgiveness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that He showed me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at the cross.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6361a0e04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God of love,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would You lead me?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Take this heart,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make it holy.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361a0e04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Help me serve through the strength of Christ,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Jesus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with my life.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361a0e04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Jesus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with my life.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35c4ffd9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Praise my Saviour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 for His mercy.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Praise the Servant King.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635c4ffd9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Jesus be the glory,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Him.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6361a0e04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Praise my Saviour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 His mercy.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Praise the Servant King.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6361a0e04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Jesus be the glory,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Him.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Him.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6361a0e04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God of love,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would You lead me?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Take this heart,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make it holy.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6361a0e04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Help me serve through the strength of Christ,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Jesus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with my life.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6361a0e04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All to honour Jesus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with my life.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