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LQdFYBYfQhsXPxkNFosPdj7Ir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customschemas.google.com/relationships/presentationmetadata" Target="meta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" name="Google Shape;30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7a5045f32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" name="Google Shape;42;g37a5045f32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" name="Google Shape;4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c4f0811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" name="Google Shape;52;g37c4f081121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" name="Google Shape;5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a5045f32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" name="Google Shape;62;g37a5045f328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6361a0e0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" name="Google Shape;67;g3d6361a0e04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635c4ff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" name="Google Shape;72;g3d635c4ffd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635c4f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7" name="Google Shape;77;g3d635c4ffd9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361a0e0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g3d6361a0e04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6361a0e0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g3d6361a0e04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6361a0e04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g3d6361a0e04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635c4ffd9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g3d635c4ffd9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635c4ffd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g3d635c4ffd9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6361a0e0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g3d6361a0e0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6361a0e0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g3d6361a0e04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6361a0e0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g3d6361a0e04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6361a0e0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g3d6361a0e04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d6361a0e0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d6361a0e04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"/>
          <p:cNvSpPr txBox="1"/>
          <p:nvPr>
            <p:ph type="ctrTitle"/>
          </p:nvPr>
        </p:nvSpPr>
        <p:spPr>
          <a:xfrm>
            <a:off x="685800" y="22860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lang="en-US" sz="5400" u="sng">
                <a:solidFill>
                  <a:schemeClr val="lt1"/>
                </a:solidFill>
              </a:rPr>
              <a:t>All to Honour Jesus</a:t>
            </a:r>
            <a:endParaRPr b="1"/>
          </a:p>
        </p:txBody>
      </p:sp>
      <p:sp>
        <p:nvSpPr>
          <p:cNvPr id="33" name="Google Shape;33;p1"/>
          <p:cNvSpPr txBox="1"/>
          <p:nvPr>
            <p:ph idx="1" type="subTitle"/>
          </p:nvPr>
        </p:nvSpPr>
        <p:spPr>
          <a:xfrm>
            <a:off x="800100" y="4038600"/>
            <a:ext cx="7543800" cy="25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Words and Music by </a:t>
            </a:r>
            <a:r>
              <a:rPr lang="en-US" sz="1800">
                <a:solidFill>
                  <a:schemeClr val="lt1"/>
                </a:solidFill>
              </a:rPr>
              <a:t>Scott Lavender | Susan Lack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© CityAlight Music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CCLI # </a:t>
            </a:r>
            <a:r>
              <a:rPr lang="en-US" sz="1800">
                <a:solidFill>
                  <a:schemeClr val="lt1"/>
                </a:solidFill>
              </a:rPr>
              <a:t>155095</a:t>
            </a:r>
            <a:endParaRPr/>
          </a:p>
        </p:txBody>
      </p:sp>
      <p:sp>
        <p:nvSpPr>
          <p:cNvPr id="34" name="Google Shape;34;p1"/>
          <p:cNvSpPr txBox="1"/>
          <p:nvPr/>
        </p:nvSpPr>
        <p:spPr>
          <a:xfrm>
            <a:off x="7848600" y="6034087"/>
            <a:ext cx="129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Father, may I serve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like my Saviour.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Give me eyes to see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what You see.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7a5045f328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Teach my sinful heart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to be humble.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Help me be Your hands and feet.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 txBox="1"/>
          <p:nvPr>
            <p:ph type="title"/>
          </p:nvPr>
        </p:nvSpPr>
        <p:spPr>
          <a:xfrm>
            <a:off x="152400" y="274637"/>
            <a:ext cx="8839200" cy="6278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Father, may I love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like my Saviour,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as He had compassion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on me.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c4f081121_0_0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May I work for justice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and mercy,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for the ones in greatest need.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God of love,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would You lead me?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Take this heart make it holy.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a5045f328_0_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Help me serve through the strength of Christ,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6361a0e04_0_16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d635c4ffd9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Father, may I tell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of my Saviour,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how He offers hope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for the lost.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635c4ffd9_0_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Help me share the grace and forgiveness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that He showed me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at the cross.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6361a0e04_0_20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God of love,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would You lead me?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Take this heart,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make it holy.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6361a0e04_0_2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Help me serve through the strength of Christ,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6361a0e04_0_2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635c4ffd9_0_8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Praise my Saviour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 for His mercy.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Praise the Servant King.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35c4ffd9_0_12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Jesus be the glory,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Him.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6361a0e04_0_0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Praise my Saviour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for His mercy.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Praise the Servant King.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6361a0e04_0_4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Jesus be the glory,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Him.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Him.</a:t>
            </a:r>
            <a:endParaRPr b="1" sz="5500">
              <a:solidFill>
                <a:srgbClr val="B9003C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6361a0e04_0_8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God of love,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would You lead me?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Take this heart,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make it holy.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6361a0e04_0_12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Help me serve through the strength of Christ,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6361a0e04_0_36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All to honour Jesus </a:t>
            </a:r>
            <a:endParaRPr b="1" sz="55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500">
                <a:solidFill>
                  <a:schemeClr val="lt1"/>
                </a:solidFill>
              </a:rPr>
              <a:t>with my life.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6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