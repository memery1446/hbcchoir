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hvcBuCucK1wNbeYJCLFbY0sMPh+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0147d6f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d0147d6f3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0147d6f3e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d0147d6f3e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0147d6f3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d0147d6f3e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0147d6f3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d0147d6f3e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3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23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8" name="Google Shape;38;p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4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4" name="Google Shape;44;p24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5" name="Google Shape;45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6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6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6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26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8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1" name="Google Shape;71;p2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373752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4384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48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Great Is Thy Faithfulness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723900" y="4191000"/>
            <a:ext cx="7696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by Thomas O. Chisholm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Music by William M. Runyan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1923. Renewed 1951 Hope Publishing Company, Carol Stream, IL 60188. All rights reserved. Used by permission.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b="1" lang="en-US" sz="1800">
                <a:solidFill>
                  <a:schemeClr val="lt1"/>
                </a:solidFill>
              </a:rPr>
              <a:t>155095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696200" y="5943600"/>
            <a:ext cx="1295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152400" y="-457200"/>
            <a:ext cx="8839200" cy="71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Great is Thy faithfulness,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God, my Father.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There is no shadow of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turning with Thee.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Thou changest not,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Thy compassions,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they fail not.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 Thou hast been,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Thou forever wilt be.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152400" y="0"/>
            <a:ext cx="8839200" cy="66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Great is Thy faithfulness. </a:t>
            </a:r>
            <a:r>
              <a:rPr i="1" lang="en-US" sz="5900">
                <a:solidFill>
                  <a:schemeClr val="lt1"/>
                </a:solidFill>
              </a:rPr>
              <a:t>(2x)</a:t>
            </a:r>
            <a:endParaRPr i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Morning by morning,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new mercies I see.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5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I have needed</a:t>
            </a:r>
            <a:br>
              <a:rPr b="1" i="0" lang="en-US" sz="5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Thy hand hath provided.</a:t>
            </a:r>
            <a:br>
              <a:rPr b="1" i="0" lang="en-US" sz="5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Great is Thy faithfulness</a:t>
            </a:r>
            <a:br>
              <a:rPr b="1" i="0" lang="en-US" sz="5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Lord, unto me.</a:t>
            </a:r>
            <a:endParaRPr sz="5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 txBox="1"/>
          <p:nvPr>
            <p:ph type="title"/>
          </p:nvPr>
        </p:nvSpPr>
        <p:spPr>
          <a:xfrm>
            <a:off x="152400" y="-381000"/>
            <a:ext cx="8839200" cy="708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Summer and winter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springtime and harvest,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5900">
                <a:solidFill>
                  <a:schemeClr val="lt1"/>
                </a:solidFill>
              </a:rPr>
              <a:t>s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un, moon, and stars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 their courses above,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Join with all nature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 manifold witness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5900">
                <a:solidFill>
                  <a:schemeClr val="lt1"/>
                </a:solidFill>
              </a:rPr>
              <a:t>t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 Thy great faithfulness, mercy, </a:t>
            </a:r>
            <a:endParaRPr b="1" i="0" sz="5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love.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0147d6f3e_0_0"/>
          <p:cNvSpPr txBox="1"/>
          <p:nvPr>
            <p:ph type="title"/>
          </p:nvPr>
        </p:nvSpPr>
        <p:spPr>
          <a:xfrm>
            <a:off x="152400" y="0"/>
            <a:ext cx="8839200" cy="66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Great is Thy faithfulness. </a:t>
            </a:r>
            <a:r>
              <a:rPr i="1" lang="en-US" sz="5900">
                <a:solidFill>
                  <a:schemeClr val="lt1"/>
                </a:solidFill>
              </a:rPr>
              <a:t>(2x)</a:t>
            </a:r>
            <a:endParaRPr i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Morning by morning,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new mercies I see.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0147d6f3e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5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I have needed</a:t>
            </a:r>
            <a:br>
              <a:rPr b="1" i="0" lang="en-US" sz="5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Thy hand hath provided.</a:t>
            </a:r>
            <a:br>
              <a:rPr b="1" i="0" lang="en-US" sz="5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Great is Thy faithfulness</a:t>
            </a:r>
            <a:br>
              <a:rPr b="1" i="0" lang="en-US" sz="5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Lord, unto me.</a:t>
            </a:r>
            <a:endParaRPr sz="5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Pardon for sin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a peace that endureth,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Thine own dear presence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cheer and to guide,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/>
          <p:cNvSpPr txBox="1"/>
          <p:nvPr>
            <p:ph type="title"/>
          </p:nvPr>
        </p:nvSpPr>
        <p:spPr>
          <a:xfrm>
            <a:off x="228600" y="152400"/>
            <a:ext cx="86868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Strength for today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 bright hope for tomorrow,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5900">
                <a:solidFill>
                  <a:schemeClr val="lt1"/>
                </a:solidFill>
              </a:rPr>
              <a:t>b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lessings all mine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with ten thousand beside.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0147d6f3e_0_8"/>
          <p:cNvSpPr txBox="1"/>
          <p:nvPr>
            <p:ph type="title"/>
          </p:nvPr>
        </p:nvSpPr>
        <p:spPr>
          <a:xfrm>
            <a:off x="152400" y="0"/>
            <a:ext cx="8839200" cy="66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Great is Thy faithfulness. </a:t>
            </a:r>
            <a:r>
              <a:rPr i="1" lang="en-US" sz="5900">
                <a:solidFill>
                  <a:schemeClr val="lt1"/>
                </a:solidFill>
              </a:rPr>
              <a:t>(2x)</a:t>
            </a:r>
            <a:endParaRPr i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Morning by morning,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new mercies I see.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0147d6f3e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5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I have needed</a:t>
            </a:r>
            <a:br>
              <a:rPr b="1" i="0" lang="en-US" sz="5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Thy hand hath provided.</a:t>
            </a:r>
            <a:endParaRPr sz="58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152400" y="264625"/>
            <a:ext cx="8763000" cy="6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Great is Thy faithfulness,</a:t>
            </a:r>
            <a:r>
              <a:rPr b="1" lang="en-US" sz="5900">
                <a:solidFill>
                  <a:schemeClr val="lt1"/>
                </a:solidFill>
              </a:rPr>
              <a:t> </a:t>
            </a:r>
            <a:r>
              <a:rPr i="1" lang="en-US" sz="5900">
                <a:solidFill>
                  <a:schemeClr val="lt1"/>
                </a:solidFill>
              </a:rPr>
              <a:t>(2x)</a:t>
            </a:r>
            <a:endParaRPr i="1" sz="59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Great is Thy faithfulness, </a:t>
            </a:r>
            <a:br>
              <a:rPr b="1" lang="en-US" sz="5900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Lord, unto me.</a:t>
            </a:r>
            <a:r>
              <a:rPr b="1" lang="en-US" sz="5900">
                <a:solidFill>
                  <a:schemeClr val="dk1"/>
                </a:solidFill>
              </a:rPr>
              <a:t> </a:t>
            </a:r>
            <a:endParaRPr sz="5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Mark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