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Pig4vz7MrwBRHoR/2Kok60Xa7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c43f649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7c43f6498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43f6498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c43f6498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c43f649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7c43f6498d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43f6498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7c43f6498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43f6498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7c43f6498d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c43f6498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7c43f6498d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c43f6498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c43f6498d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c43f6498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7c43f6498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c43f6498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7c43f6498d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a51137e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7a51137e2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c43f6498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7c43f6498d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c43f6498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7c43f6498d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c43f6498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7c43f6498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c43f6498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7c43f6498d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c43f6498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7c43f6498d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43f6498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7c43f6498d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43f6498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7c43f6498d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c43f6498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7c43f6498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43f649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7c43f6498d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c43f6498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7c43f6498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c43f6498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7c43f6498d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c43f6498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7c43f6498d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c43f6498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7c43f6498d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Holy Forever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Brian Johnson, Chris Tomlin, Jason Ingram, Jenn Johnson,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Phil Wickham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2022 Brian and Jenn Publishing; Capitol CMG Paragon; S. D. G. Publishing; Be Essential Songs; My Magnolia Music; Phil Wickham Music; Simply Global Songs; Bethel Music Publishing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</a:t>
            </a:r>
            <a:r>
              <a:rPr lang="en-US" sz="1800">
                <a:solidFill>
                  <a:schemeClr val="lt1"/>
                </a:solidFill>
              </a:rPr>
              <a:t> 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thousand generations falling down in worship,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c43f6498d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sing the song of ages to the Lamb.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all who've gone before us,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all who will believe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c43f6498d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Will sing the song of ages to the Lamb.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the highest,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the greatest,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c43f6498d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stands above them all.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thrones and dominions,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powers and positions,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43f6498d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stands above them all.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angels cry,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creation cries,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lifted high,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you've been forgiven and if you've been redeemed,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43f6498d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the song forever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the Lamb.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you walk in freedom and if you bear His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43f6498d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the song forever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the Lamb.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43f6498d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We'll sing the song forever and amen!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43f6498d_0_6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angels cry,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creation cries,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c43f6498d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lifted high,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a51137e2e_0_1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 Your people sing, “Holy!”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the King of Kings,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43f6498d_0_2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will always be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c43f6498d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the highest,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the greatest,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c43f6498d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stands above them all.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c43f6498d_0_5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thrones and dominions,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powers and positions,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c43f6498d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stands above them all.</a:t>
            </a:r>
            <a:endParaRPr b="1" sz="5900">
              <a:solidFill>
                <a:srgbClr val="B9003C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c43f6498d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the highest,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is the greatest,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c43f6498d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stands above them all.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c43f6498d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thrones and dominions,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powers and positions,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c43f6498d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name stands above them all.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B9003C"/>
                </a:solidFill>
              </a:rPr>
              <a:t>(***)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c43f6498d_0_72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angels cry,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creation cries,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c43f6498d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lifted high,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43f6498d_0_80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 Your people sing, “Holy!”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the King of Kings,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“Holy!”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c43f6498d_0_8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will always be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 forever.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