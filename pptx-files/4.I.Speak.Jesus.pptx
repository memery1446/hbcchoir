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gup+tgEwjon8b27icnoYJBJIHF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31cc417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e31cc417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1cc417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e31cc417c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1cc417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e31cc417c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31cc417c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e31cc417c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1cc417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31cc417c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1cc417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e31cc417c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31cc417c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31cc417c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1cc417c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e31cc417c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1cc417c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e31cc417cf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31cc417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e31cc417c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31cc417c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e31cc417c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31cc417c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e31cc417cf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I Speak Jesus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Abby Benton | Carlene Prince | Dustin Smith | Jesse Reeves | Kristen Dutton | Raina Pratt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2020 BEC Worship; Raina Pratt Publishing Designee; WriterWrong Music; For Me and My House Songs; Integrity's Praise! Music; Anchored In Hope Music; Give It A Lift </a:t>
            </a:r>
            <a:r>
              <a:rPr lang="en-US" sz="1800">
                <a:solidFill>
                  <a:schemeClr val="lt1"/>
                </a:solidFill>
              </a:rPr>
              <a:t>Music.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rights reserved. Used by permission.CCLI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just want to speak the Name of Jesus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Over every heart and every mind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'Cause I know there is peace within Your presence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just want to speak the Name of Jesus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'Til every dark addiction starts to break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Declaring there is hope and there is freedom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('Cause) Your Name is power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healing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Break every stronghold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through the shadows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Burn like a fire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just want to speak the Name of Jesus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Over fear and all anxiety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every soul held captive by depression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31cc417cf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('Cause) Your Name is power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healing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31cc417cf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Break every stronghold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through the shadows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Burn like a fire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Shout Jesus from the mountains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in the streets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in the darkness over every enemy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for my fam'ly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the holy Name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31cc417cf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Shout Jesus from the mountains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in the streets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in the darkness over every enemy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1cc417cf_0_20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for my fam'ly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the holy Name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1cc417cf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Shout Jesus from the mountains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in the streets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in the darkness over every enemy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1cc417cf_0_12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for my fam'ly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the holy Name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1cc417cf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power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healing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1cc417cf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Break every stronghold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through the shadows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Burn like a fire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1cc417cf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power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healing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life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1cc417cf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Break every stronghold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through the shadows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Burn like a fire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1cc417cf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just want to speak the Name of Jesus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Over every heart and every mind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31cc417cf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'Cause I know there is peace within Your presence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speak Jesus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