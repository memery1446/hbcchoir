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m/VwxgQkE112+tRCpnqedDgxU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962282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79622821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3624fb4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f3624fb47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3624fb47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f3624fb478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361b756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f361b756fe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9622821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796228213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3624fb47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f3624fb47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3624fb4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f3624fb47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1606050"/>
            <a:ext cx="77724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Lord, I Need You</a:t>
            </a:r>
            <a:endParaRPr b="1" sz="54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54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Christy Nockels, Daniel Carson, Jesse Reeves, Kristian Stanfill, and Matt Maher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CCLI Song No. 5925687 © 2011 worshiptogether.com I sixsteps Music I Sweater Weather Music I Valley of Songs Music I Thankyou Music (Admin. by EMI Christian Music Publishing)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Lord I come,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confess.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Bowing here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find my rest.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Without you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fall apart.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You’re the one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that guides my heart.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Lord, I need You,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I need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 hour I need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962282139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one defense,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righteousness,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 God,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I need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sins runs deep,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grace is more.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grace is found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where You are.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where You are,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Lord, I am free.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Holiness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Christ in me.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3624fb478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Lord, I need You,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I need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 hour I need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3624fb478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one defense,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righteousness,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 God,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I need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361b756fe_0_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teach my song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rise to You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temptation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comes my way.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962282139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I cannot stand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I’ll fall on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You’re my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hope and stay.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3624fb478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Lord, I need You,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I need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 hour I need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3624fb478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one defense,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righteousness,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 God, 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I need You.</a:t>
            </a:r>
            <a:endParaRPr b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5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