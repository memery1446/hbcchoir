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6" roundtripDataSignature="AMtx7mhPLCWbHpez/8WHa0EwT+Q6pQa/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customschemas.google.com/relationships/presentationmetadata" Target="meta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7966445fd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g37966445fd3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7966445fd3_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g37966445fd3_1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7966445fd3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g37966445fd3_1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7966445fd3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g37966445fd3_1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1a1a6c06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g3a1a1a6c06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966445fd3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g37966445fd3_1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1a1a6c06c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g3a1a1a6c06c_0_5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7966445fd3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g37966445fd3_1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1a1a6c06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g3a1a1a6c06c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a1a1a6c06c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g3a1a1a6c06c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a1a1a6c06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g3a1a1a6c06c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1a1a6c06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g3a1a1a6c06c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a1a1a6c06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g3a1a1a6c06c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1a1a6c06c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g3a1a1a6c06c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7966445fd3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g37966445fd3_1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7966445fd3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4" name="Google Shape;194;g37966445fd3_1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a1a1a6c06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9" name="Google Shape;199;g3a1a1a6c06c_0_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a1a1a6c06c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4" name="Google Shape;204;g3a1a1a6c06c_0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a1a1a6c06c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9" name="Google Shape;209;g3a1a1a6c06c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a1a1a6c06c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4" name="Google Shape;214;g3a1a1a6c06c_0_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a1a1a6c06c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9" name="Google Shape;219;g3a1a1a6c06c_0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a1a1a6c06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4" name="Google Shape;224;g3a1a1a6c06c_0_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a1a1a6c06c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9" name="Google Shape;229;g3a1a1a6c06c_0_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8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1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2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2"/>
          <p:cNvSpPr/>
          <p:nvPr>
            <p:ph idx="2" type="pic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22"/>
          <p:cNvSpPr txBox="1"/>
          <p:nvPr>
            <p:ph idx="1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8" name="Google Shape;38;p2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3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3"/>
          <p:cNvSpPr txBox="1"/>
          <p:nvPr>
            <p:ph idx="1" type="body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4" name="Google Shape;44;p23"/>
          <p:cNvSpPr txBox="1"/>
          <p:nvPr>
            <p:ph idx="2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5" name="Google Shape;45;p2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5"/>
          <p:cNvSpPr txBox="1"/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5"/>
          <p:cNvSpPr txBox="1"/>
          <p:nvPr>
            <p:ph idx="1" type="body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25"/>
          <p:cNvSpPr txBox="1"/>
          <p:nvPr>
            <p:ph idx="2" type="body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3" type="body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25"/>
          <p:cNvSpPr txBox="1"/>
          <p:nvPr>
            <p:ph idx="4" type="body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2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2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2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71" name="Google Shape;71;p2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0028"/>
            </a:gs>
            <a:gs pos="100000">
              <a:srgbClr val="760013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5908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b="1" lang="en-US" sz="5400" u="sng">
                <a:solidFill>
                  <a:schemeClr val="lt1"/>
                </a:solidFill>
              </a:rPr>
              <a:t>My Jesus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838200" y="4515999"/>
            <a:ext cx="7391400" cy="21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and Music by </a:t>
            </a:r>
            <a:r>
              <a:rPr lang="en-US" sz="1800">
                <a:solidFill>
                  <a:schemeClr val="lt1"/>
                </a:solidFill>
              </a:rPr>
              <a:t>Anne Wilson | Jeff Pardo | Matthew West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lt1"/>
                </a:solidFill>
              </a:rPr>
              <a:t>© 2021 Capitol CMG Paragon; Jacobs Story Music; Meaux Mercy; Combustion Five; Inman Park Music</a:t>
            </a: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 All rights reserved. </a:t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Used by permission. CCLI # </a:t>
            </a:r>
            <a:r>
              <a:rPr lang="en-US" sz="1800">
                <a:solidFill>
                  <a:schemeClr val="lt1"/>
                </a:solidFill>
              </a:rPr>
              <a:t>155095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7848600" y="6019800"/>
            <a:ext cx="12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Are you past the point of weary?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Is your burden weighing heavy?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7966445fd3_1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Is it all too much to carry?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Let me tell you 'bout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my Jesus.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 txBox="1"/>
          <p:nvPr>
            <p:ph type="title"/>
          </p:nvPr>
        </p:nvSpPr>
        <p:spPr>
          <a:xfrm>
            <a:off x="152400" y="290512"/>
            <a:ext cx="8839200" cy="6276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Do you feel that empty feeling,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'cause shame's done all its stealing,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7966445fd3_1_4"/>
          <p:cNvSpPr txBox="1"/>
          <p:nvPr>
            <p:ph type="title"/>
          </p:nvPr>
        </p:nvSpPr>
        <p:spPr>
          <a:xfrm>
            <a:off x="152400" y="290512"/>
            <a:ext cx="8839200" cy="6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you're desp’rate for some healing?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Let me tell you 'bout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my Jesus.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He makes a way where there ain't no way,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rises up from an empty grave,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7966445fd3_1_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Ain't no sinner that He can't save.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Let me tell you 'bout my Jesus!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His love is strong and His grace is free,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the good news is I know that He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7966445fd3_1_1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Can do for you what He's done for me.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Let me tell you 'bout my Jesus,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let my Jesus change your life!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1a1a6c06c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Hallelujah, Hallelujah, Hallelujah!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Amen, amen! 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7966445fd3_1_1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Who can wipe away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the tears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from broken dreams and wasted years,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tell the past to disappear,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Oh! Let me tell you 'bout my Jesus.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1a1a6c06c_0_59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all the wrong turns that you would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go and undo if you could, 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7966445fd3_1_2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Who can work it all for your good?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Let me tell you about my Jesus.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1a1a6c06c_0_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He makes a way where there ain't no way,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rises up from an empty grave,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a1a1a6c06c_0_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Ain't no sinner that He can't save.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Let me tell you 'bout my Jesus!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a1a1a6c06c_0_1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His love is strong and His grace is free,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the good news is I know that He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1a1a6c06c_0_1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Can do for you what He's done for me.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Let me tell you 'bout my Jesus,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a1a1a6c06c_0_2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let my Jesus change your life!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a1a1a6c06c_0_2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Hallelujah, Hallelujah, Hallelujah!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Amen, amen, amen! 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7966445fd3_1_24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Who would take my cross to Calvary,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pay the price for all my guilty?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7966445fd3_1_28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Who would care that much about me?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Let me tell you 'bout my Jesus, oh!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a1a1a6c06c_0_31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He makes a way where there ain't no way,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rises up from an empty grave,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a1a1a6c06c_0_35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Ain't no sinner that He can't save.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Let me tell you 'bout my Jesus!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a1a1a6c06c_0_39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His love is strong and His grace is free,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the good news is I know that He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a1a1a6c06c_0_43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Can do for you what He's done for me.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Let me tell you 'bout my Jesus,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a1a1a6c06c_0_47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And let my Jesus change your life!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a1a1a6c06c_0_51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Hallelujah, Hallelujah, Hallelujah!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Amen, amen! 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a1a1a6c06c_0_55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Hallelujah, Hallelujah, Hallelujah!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 sz="5900">
                <a:solidFill>
                  <a:schemeClr val="lt1"/>
                </a:solidFill>
              </a:rPr>
              <a:t>Let my Jesus change your life!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>pastor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