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hxI3FprITNeb9b7rBxd9DfmjyN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d7873be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dd7873bef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d7873bef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dd7873befa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d7873bef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dd7873bef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d7873bef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dd7873befa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d7873bef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dd7873bef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</a:rPr>
              <a:t>The Blessing</a:t>
            </a:r>
            <a:endParaRPr b="1"/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800100" y="4038600"/>
            <a:ext cx="75438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7848600" y="6034087"/>
            <a:ext cx="1295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 bless you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keep you,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make His face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shine upon you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be gracious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 turn His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face toward you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give you peace.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A-men,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a-men,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a-men.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A-men,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a-men,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a-men.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d7873befa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 bless you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keep you,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d7873befa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make His face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shine upon you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be gracious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d7873befa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Lord turn His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face toward you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give you peace.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d7873befa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A-men,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a-men,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a-men.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d7873befa_0_16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A-men,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a-men,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a-men.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