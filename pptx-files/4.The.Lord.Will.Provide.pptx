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ZYHl4VPfokDRWAen7PTZkINpm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d013bb7d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d013bb7d0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013bb7d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d013bb7d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e65c9da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e65c9da3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013bb7d0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d013bb7d0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13bb7d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d013bb7d0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013bb7d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d013bb7d0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013bb7d0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d013bb7d0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13bb7d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d013bb7d0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65c9da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e65c9da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13bb7d0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d013bb7d0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13bb7d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d013bb7d0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013bb7d0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d013bb7d0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013bb7d0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d013bb7d0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013bb7d0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d013bb7d0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13bb7d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d013bb7d0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013bb7d0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d013bb7d0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13bb7d0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d013bb7d0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013bb7d0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d013bb7d0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013bb7d0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d013bb7d0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013bb7d0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d013bb7d0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13bb7d0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d013bb7d0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013bb7d0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d013bb7d04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e664afe7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ce664afe7a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The Lord Will Provide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Brett Younker | Chris Davenport | Jess Cates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2024 CDavs Music; People Of The Rising; sixsteps Music; Songs For TIM; We Are TIM Music; worshiptogether.com songs; Zoom Out Songs.</a:t>
            </a:r>
            <a:r>
              <a:rPr lang="en-US" sz="1800">
                <a:solidFill>
                  <a:schemeClr val="lt1"/>
                </a:solidFill>
              </a:rPr>
              <a:t> All rights reserved. 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Look at the flowers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all of their beauty.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013bb7d0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don't have to wonder;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know what You're doing.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013bb7d0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why would I worry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at all?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You're faithful to supply.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I need,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 single time,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will provide.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e65c9da3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Look at the sparrow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lacking for nothing,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13bb7d04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fear of tomorrow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what it will bring.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013bb7d04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I have You I have enough,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'cause Your love will satisfy.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013bb7d04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I need,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013bb7d04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 single time,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will provide.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Seek first the kingdom and its treasures;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else,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will be added.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013bb7d0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that I'm needing,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e65c9da30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my God's not empty handed.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gives us blessings upon blessings.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013bb7d04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I'm still believing;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13bb7d04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Seek first the kingdom and its treasures;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else,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will be added.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013bb7d04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that I'm needing,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13bb7d04_0_4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my God's not empty handed.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gives us blessings upon blessings.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013bb7d04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I'm still believing;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13bb7d04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I need,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013bb7d04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 single time,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will provide.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013bb7d04_0_5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I need,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013bb7d04_0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 single time,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will provide.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Father has it.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13bb7d04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Seek first the kingdom and its treasures;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else,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will be added.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13bb7d04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that I'm needing,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013bb7d04_0_7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my God's not empty handed.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gives us blessings upon blessings.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13bb7d04_0_7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I'm still believing;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e664afe7a_0_4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the Lord will provide.</a:t>
            </a:r>
            <a:r>
              <a:rPr i="1" lang="en-US" sz="5900">
                <a:solidFill>
                  <a:schemeClr val="lt1"/>
                </a:solidFill>
              </a:rPr>
              <a:t> (2x)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