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055">
          <p15:clr>
            <a:srgbClr val="000000"/>
          </p15:clr>
        </p15:guide>
        <p15:guide id="2" pos="2870">
          <p15:clr>
            <a:srgbClr val="000000"/>
          </p15:clr>
        </p15:guide>
        <p15:guide id="3" pos="2976">
          <p15:clr>
            <a:srgbClr val="747775"/>
          </p15:clr>
        </p15:guide>
        <p15:guide id="4" pos="3072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WgJF7ZH1Dt94pfgEgZwWrrZvf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055" orient="horz"/>
        <p:guide pos="2870"/>
        <p:guide pos="2976"/>
        <p:guide pos="30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c08c4dc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cc08c4dc3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cc08c4dc3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" name="Google Shape;51;g3cc08c4dc3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c08c4dc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" name="Google Shape;56;g3cc08c4dc3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c08c4dc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g3cc08c4dc3e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c08c4dc3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c08c4dc3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c08c4dc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" name="Google Shape;71;g3cc08c4dc3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c08c4dc3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" name="Google Shape;76;g3cc08c4dc3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c08c4dc3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g3cc08c4dc3e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c08c4dc3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cc08c4dc3e_0_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c08c4dc3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c08c4dc3e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c08c4dc3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cc08c4dc3e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c08c4dc3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cc08c4dc3e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B3001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en-US" sz="5400" u="sng">
                <a:solidFill>
                  <a:schemeClr val="lt1"/>
                </a:solidFill>
              </a:rPr>
              <a:t>Who He Is</a:t>
            </a:r>
            <a:endParaRPr/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Andrew Holt | Austin Davis | Jamie MacDonald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2025 A.L.K.D. Music; Andrew Holt Music Publishing; Capitol CMG Paragon; Jamie Mac Publishing; TBCO Publishing.</a:t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28" name="Google Shape;28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may not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what's ahead,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but I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 is my hope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my defense,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love that never ends.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just 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my anchor in the waves.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my healer in the pain.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my compass when I can't see the way.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cc08c4dc3e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my ever-present help in time of need,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strength when I am weak.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the reason I sing.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c08c4dc3e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When my fear's surrounding me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the shadow's all I see,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the light and He's the lamp to my feet.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c08c4dc3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my ever-present help in time of need,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my strength when I am weak.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the reason I sing.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c08c4dc3e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may not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what's ahead,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but I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c08c4dc3e_0_28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 is my hope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my defense,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love that never ends.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just 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c08c4dc3e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(Who He is)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Oh that's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(Who He is)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never gonna let me go.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(Who He is)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c08c4dc3e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I'm just gonna let you know.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(Who He is)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Joy in the morning,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peace in the evening.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(Who He is)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c08c4dc3e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He's my Savior and my friend,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who He is.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(Who He is)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c08c4dc3e_0_4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may not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what's ahead,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but I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c08c4dc3e_0_4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 is my hope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my defense,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love that never ends.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just 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c08c4dc3e_0_3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I may not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what's ahead,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but I know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who He is.</a:t>
            </a:r>
            <a:endParaRPr b="1" sz="5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c08c4dc3e_0_3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He is my hope 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and my defense,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love that never ends.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lang="en-US" sz="5300">
                <a:solidFill>
                  <a:schemeClr val="lt1"/>
                </a:solidFill>
              </a:rPr>
              <a:t>That's just who He is.</a:t>
            </a:r>
            <a:endParaRPr b="1" sz="5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1" lang="en-US" sz="4700">
                <a:solidFill>
                  <a:schemeClr val="lt1"/>
                </a:solidFill>
              </a:rPr>
              <a:t>(sing 2x)</a:t>
            </a:r>
            <a:endParaRPr i="1" sz="4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