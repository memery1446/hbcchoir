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/2nx1fv1mSb7xPIVbHndd3D2g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492a4c2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e492a4c20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492a4c20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e492a4c20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92a4c20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e492a4c202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492a4c20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e492a4c202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92a4c20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e492a4c202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92a4c20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e492a4c202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92a4c20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e492a4c202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492a4c20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e492a4c20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92a4c20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e492a4c202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492a4c20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e492a4c202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92a4c20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e492a4c202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492a4c20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e492a4c202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492a4c20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e492a4c202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92a4c20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e492a4c202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492a4c20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e492a4c202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u="sng">
                <a:solidFill>
                  <a:schemeClr val="lt1"/>
                </a:solidFill>
              </a:rPr>
              <a:t>Yet Not I But Through Christ In Me</a:t>
            </a:r>
            <a:endParaRPr sz="48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14800"/>
            <a:ext cx="76962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Jonny Robinson | Michael Farren | Rich Thompson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2018 CityAlight Music; Farren Love And War Publishing;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Integrity's Alleluia! Music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What gift of grace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is Jesus my redeemer.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There is no more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heaven now to give.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 is my joy,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righteousness and freedom,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steadfast love,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deep and boundless peace.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92a4c202_0_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this I hold: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hope is only Jesus,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my life is wholly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bound to his.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492a4c202_0_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 how strange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divine,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can sing: all is mine!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Yet not I, but through Christ in 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92a4c202_0_4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night is dark,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but I am not forsaken,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by my side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Saviour, He will stay.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492a4c202_0_4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labour on in weakness and rejoicing,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in my need,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his power is displayed.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92a4c202_0_5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this I hold: my Shepherd will defend me.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Through the deepest valley He will lead.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492a4c202_0_5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 the night has been won and I shall overcome!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Yet not I, but through Christ in 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92a4c202_0_6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No fate I dread,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know I am forgiven,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the future sure, the price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it has been paid.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492a4c202_0_6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Jesus bled and suffered for my pardon,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He was raised to overthrow the grave.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492a4c202_0_6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this I hold: my sin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has been defeated!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Jesus now and ever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is my plea.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92a4c202_0_7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100">
                <a:solidFill>
                  <a:schemeClr val="lt1"/>
                </a:solidFill>
              </a:rPr>
              <a:t>Oh the chains are released,</a:t>
            </a:r>
            <a:r>
              <a:rPr b="1" lang="en-US" sz="5300">
                <a:solidFill>
                  <a:schemeClr val="lt1"/>
                </a:solidFill>
              </a:rPr>
              <a:t> I can sing: I am free!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Yet not I, but through Christ in 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492a4c202_0_7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With every breath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long to follow Jesus,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for He has said that He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will bring me home.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92a4c202_0_8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day by day I know He will renew me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until I stand with joy before the throne.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492a4c202_0_8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this I hold: my hope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is only Jesus.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All the glory evermore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to him.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980000"/>
                </a:solidFill>
              </a:rPr>
              <a:t>(***)</a:t>
            </a:r>
            <a:endParaRPr b="1" sz="53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492a4c202_0_8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200">
                <a:solidFill>
                  <a:schemeClr val="lt1"/>
                </a:solidFill>
              </a:rPr>
              <a:t>When the race is complete,</a:t>
            </a:r>
            <a:r>
              <a:rPr b="1" lang="en-US" sz="5300">
                <a:solidFill>
                  <a:schemeClr val="lt1"/>
                </a:solidFill>
              </a:rPr>
              <a:t> still my lips shall repeat: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Yet not I, but through Christ in me.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5300">
                <a:solidFill>
                  <a:schemeClr val="lt1"/>
                </a:solidFill>
              </a:rPr>
              <a:t>(sing 2x)</a:t>
            </a:r>
            <a:endParaRPr i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492a4c202_0_9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Yet not I, but through Christ in me.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