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HHCkMhcIwjMMkoHIpVRTNaUZe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de736ad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bde736add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7454e5a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c7454e5ab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454e5ab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7454e5ab8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454e5ab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7454e5ab8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7454e5ab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7454e5ab8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Amazing Grace</a:t>
            </a:r>
            <a:br>
              <a:rPr b="1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(My Chains Are Gone)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914400" y="4419600"/>
            <a:ext cx="7315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John Newton (verses); additional lyrics by Chris Tomlin and Louie Giglio.Music from </a:t>
            </a:r>
            <a:r>
              <a:rPr b="1" i="1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Virginia Harmony;</a:t>
            </a: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chorus by Chris Tomlin and Louie Giglio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2002 worshiptogether.com songs/Sixsteps Music (admin. by EMI CMG Publishing). All rights reserved. Used by permission.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 #</a:t>
            </a:r>
            <a:r>
              <a:rPr b="1"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7924800" y="6034087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Amazing grace, how sweet the sound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saved a wretch like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once was lost, but now I’m found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was blind, but now I see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’Twas grace that taught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heart to fear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grace my fears relieved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precious did that grace appear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hour I first believed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chains are gone, I’ve been set free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God, my Savior has ransomed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de736adda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like a flood His mercy reigns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Unending love, amazing grace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Lord has promised good to me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word my hope secures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will my shield and portion be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long as life endures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7454e5ab8_1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chains are gone, I’ve been set free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God, my Savior has ransomed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7454e5ab8_1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like a flood His mercy reigns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Unending love, amazing grace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7454e5ab8_1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chains are gone, I’ve been set free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God, my Savior has ransomed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7454e5ab8_1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like a flood His mercy reigns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Unending love, amazing grace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earth shall soon</a:t>
            </a:r>
            <a:b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dissolve like snow</a:t>
            </a:r>
            <a:b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sun forbear to shine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God, who called me here below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will be forever mine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will be forever mine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are forever mine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