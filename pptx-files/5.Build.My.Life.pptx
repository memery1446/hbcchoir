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gZYHZjvGH5ROIfn340a60EVM8t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59cc5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59cc5b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59cc5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59cc5b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659cc5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9659cc5b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59cc5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59cc5b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9659cc5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9659cc5b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659cc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9659cc5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9659cc5b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79659cc5b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9659cc5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9659cc5b7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659cc5b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9659cc5b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9659cc5b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79659cc5b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9659cc5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79659cc5b7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659cc5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79659cc5b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659cc5b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9659cc5b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9659cc5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9659cc5b7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9659cc5b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79659cc5b7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659cc5b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9659cc5b7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659cc5b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79659cc5b7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9659cc5b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79659cc5b7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9622821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796228213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79622821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796228213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9659cc5b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79659cc5b7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9659cc5b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79659cc5b7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659cc5b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79659cc5b7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9659cc5b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379659cc5b7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9659cc5b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79659cc5b7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9659cc5b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79659cc5b7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 u="sng">
                <a:solidFill>
                  <a:schemeClr val="lt1"/>
                </a:solidFill>
              </a:rPr>
              <a:t>Build My Life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Words and Music by </a:t>
            </a:r>
            <a:r>
              <a:rPr b="1" lang="en-US" sz="1800">
                <a:solidFill>
                  <a:schemeClr val="lt1"/>
                </a:solidFill>
              </a:rPr>
              <a:t>Patt Barrett, Matt Redman, Brett Younker, 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Kirby Kaple and Karl Martin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© Copyright 2018 by Bowyer &amp; Bow, Sparrow Capitol CMG 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All rights reserved. 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CCLI # 155095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song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could ever sing,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59cc5b7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all the praise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59cc5b7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Name above every other name,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659cc5b7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only One who could ever save,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breathe,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59cc5b7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Holy, there is no one like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is none beside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659cc5b7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Open up my eyes in wonder.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Show me who you are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fill me with your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9659cc5b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lead me in your love to those around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9659cc5b7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song we could ever sing,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659cc5b7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all the praise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659cc5b7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9659cc5b7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9659cc5b7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Name above every other name,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9659cc5b7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Jesus, the only One who could ever save,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659cc5b7_0_4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Worthy of ev’ry breath we could ever breathe,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659cc5b7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live for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we live for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9659cc5b7_0_5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Holy, there is no one like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is none beside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659cc5b7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Open up my eyes in wonder.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9659cc5b7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Show me who you are and fill me with your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659cc5b7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lead me in your love to those around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962282139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build my life upon your love.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is a firm foundation.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962282139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put my trust in you alone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will not be shaken.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9659cc5b7_0_7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build my life upon your love.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is a firm foundation.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9659cc5b7_0_7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put my trust in you alone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 will not be shaken.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9659cc5b7_0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Holy, there is no one like you.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 is none beside you.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9659cc5b7_0_8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Open up my eyes in wonder.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9659cc5b7_0_8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Show me who you are and fill me with your heart,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79659cc5b7_0_9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lead me in your love to those around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