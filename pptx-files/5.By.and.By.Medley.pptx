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g7hrYcBBZRvhYb+lrZUkZL1KYF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9659cc5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9659cc5b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9659cc5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9659cc5b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659cc5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79659cc5b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962282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79622821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659cc5b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9659cc5b7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9659cc5b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9659cc5b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6334967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d63349676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63349676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d63349676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63349676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d63349676f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9659cc5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79659cc5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9659cc5b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79659cc5b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63349676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d63349676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63349676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d63349676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63349676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d63349676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9659cc5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79659cc5b7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9659cc5b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79659cc5b7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9659cc5b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79659cc5b7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9659cc5b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79659cc5b7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9659cc5b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79659cc5b7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9659cc5b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79659cc5b7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63349676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d63349676f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63349676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d63349676f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63349676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d63349676f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63349676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d63349676f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9659cc5b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79659cc5b7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2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 u="sng">
                <a:solidFill>
                  <a:schemeClr val="lt1"/>
                </a:solidFill>
              </a:rPr>
              <a:t>By and By Medley</a:t>
            </a:r>
            <a:endParaRPr b="1" sz="54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Trials dark on ev’ry land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cannot understand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9659cc5b7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the ways that God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would lead us to that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blessed Promised land.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But He’ll guide us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with His eye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we’ll follow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‘till we die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9659cc5b7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 understand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better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morning comes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9659cc5b7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saints of God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are gathered home,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962282139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tell the story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we’ve overcome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 understand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better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9659cc5b7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Here we’re often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tossed and driv’n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on the restless sea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time.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Rolling clouds and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howling tempest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oft succeed a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bright sunshine.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9659cc5b7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that land of perfect day, when the mist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 rolled away, we will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understand it better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63349676f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morning comes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63349676f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saints of God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are gathered home,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63349676f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tell the story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we’ve overcome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 understand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better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9659cc5b7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659cc5b7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Lord I want to be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that number,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</a:t>
            </a:r>
            <a:r>
              <a:rPr b="1" lang="en-US" sz="5900">
                <a:solidFill>
                  <a:schemeClr val="lt1"/>
                </a:solidFill>
              </a:rPr>
              <a:t>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63349676f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63349676f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Lord I want to be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that number,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63349676f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Lord I want to be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that number,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9659cc5b7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 glad morning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this life is o’er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9659cc5b7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a home on God’s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celestial shore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9659cc5b7_0_3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away, O glory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9659cc5b7_0_4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I die, hallelujah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9659cc5b7_0_4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Just a few more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weary days and then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9659cc5b7_0_4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a land where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joys shall never end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63349676f_0_2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away, O glory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63349676f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I die, hallelujah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63349676f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away, O glory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63349676f_0_3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I die, hallelujah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fly away!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9659cc5b7_0_5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fly away!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morning comes!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