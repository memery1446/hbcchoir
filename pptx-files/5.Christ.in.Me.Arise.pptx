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icXDu4XoXqSrdvV12JBhn5SBIT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f363d1c7a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g3f363d1c7a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" name="Google Shape;3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" name="Google Shape;4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" name="Google Shape;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f363d1c7a5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" name="Google Shape;50;g3f363d1c7a5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f363d1c7a5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" name="Google Shape;55;g3f363d1c7a5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a1bd1958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" name="Google Shape;60;g3ca1bd19589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363d1c7a5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" name="Google Shape;65;g3f363d1c7a5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363d1c7a5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g3f363d1c7a5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363d1c7a5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" name="Google Shape;75;g3f363d1c7a5_0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a1bd1958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g3ca1bd19589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a1bd1958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" name="Google Shape;85;g3ca1bd19589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363d1c7a5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g3f363d1c7a5_0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363d1c7a5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g3f363d1c7a5_0_1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363d1c7a5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g3f363d1c7a5_0_1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363d1c7a5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g3f363d1c7a5_0_1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0028"/>
            </a:gs>
            <a:gs pos="100000">
              <a:srgbClr val="B3001C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f363d1c7a5_0_0"/>
          <p:cNvSpPr txBox="1"/>
          <p:nvPr>
            <p:ph type="ctrTitle"/>
          </p:nvPr>
        </p:nvSpPr>
        <p:spPr>
          <a:xfrm>
            <a:off x="685800" y="1606050"/>
            <a:ext cx="7772400" cy="364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lang="en-US" sz="54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 in Me Arise</a:t>
            </a:r>
            <a:endParaRPr b="1" sz="5400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t/>
            </a:r>
            <a:endParaRPr b="1" sz="5400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Words and Music by Trevor Thomson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 2008 SPIRIT AND SONG OCP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 rights reserved. Used by permission. CCLI # 155095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g3f363d1c7a5_0_0"/>
          <p:cNvSpPr txBox="1"/>
          <p:nvPr/>
        </p:nvSpPr>
        <p:spPr>
          <a:xfrm>
            <a:off x="7696200" y="59436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 in me arise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dispel all the darkness.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 in me arise with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power and Your strength.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 in me pour out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blessing and healing.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 in me arise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I shall rise with You.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 now my vision,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open these eyes,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showing me all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that I must see.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Onward to the kingdom,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are the way.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Arise in me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I shall rise with You.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363d1c7a5_0_8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 in me arise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dispel all the darkness.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 in me arise with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power and Your strength.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363d1c7a5_0_8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 in me pour out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blessing and healing.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 in me arise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I shall rise with You.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ca1bd19589_0_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 now my footsteps,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leading the way,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taking me where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must go.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363d1c7a5_0_8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Onward to the kingdom,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are the way.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Arise in me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I shall rise with You.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363d1c7a5_0_10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 in me arise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dispel all the darkness.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 in me arise with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power and Your strength.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363d1c7a5_0_11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 in me pour out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blessing and healing.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 in me arise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I shall rise with You.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a1bd19589_0_2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know my heart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You know my ways,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who formed me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my mother's womb.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a1bd19589_0_3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live and move in You,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whole being thrives in You.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363d1c7a5_0_11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 in me arise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dispel all the darkness.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 in me arise with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power and Your strength.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363d1c7a5_0_10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 in me pour out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blessing and healing.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 in me arise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I shall rise with You.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363d1c7a5_0_10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 in me arise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dispel all the darkness.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 in me arise with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power and Your strength.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363d1c7a5_0_120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 in me pour out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blessing and healing.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 in me arise </a:t>
            </a:r>
            <a:r>
              <a:rPr i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(3x) </a:t>
            </a:r>
            <a:endParaRPr i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I shall rise with You.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