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gb2SZcRqamSd72HYfVax85NzQX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ebca23a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g3ebca23a45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bca23a45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g3ebca23a455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bca23a45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ebca23a455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ebca23a45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ebca23a455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bca23a45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ebca23a45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bca23a4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ebca23a45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ca23a45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ebca23a455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bca23a45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ebca23a45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bca23a45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ebca23a455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bca23a45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ebca23a455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bca23a45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ebca23a455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bca23a45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ebca23a455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bca23a45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ebca23a455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c209c80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c209c80f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bca23a45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g3ebca23a455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ca23a45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g3ebca23a455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bca23a45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ebca23a455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bca23a45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ebca23a455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ca23a4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g3ebca23a455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bca23a45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ebca23a455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bca23a45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ebca23a455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bca23a455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bca23a455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bca23a45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ebca23a455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 u="sng">
                <a:solidFill>
                  <a:schemeClr val="lt1"/>
                </a:solidFill>
              </a:rPr>
              <a:t>Good Good Father</a:t>
            </a:r>
            <a:endParaRPr sz="4800" u="sng">
              <a:solidFill>
                <a:schemeClr val="lt1"/>
              </a:solidFill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Pat Barrett and Anthony Brown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2014 Capitol CMG Paragon I Common Hymnal Publishing I Housefires Sounds I sixsteps Music I Tony Brown Publishing Designee I Vamos Publishing I worshiptogether.com songs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I’ve heard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thousand stories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what they think You’re like,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ebca23a455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I’ve heard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tender whisper of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love in the dead of night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ebca23a455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tell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You’re pleased and that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never alone.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ebca23a455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You’re a good, good Father;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bca23a455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I’m loved You;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bca23a455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2. I’ve seen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many searching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answers far and wide,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bca23a455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I know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we’re all searching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 answers only You provide.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bca23a455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Because You know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what we need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before we say a word.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bca23a455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You’re a good, good Father;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bca23a455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I’m loved You;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ca23a455_0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You’re a good, good Father;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bca23a455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I’m loved You;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ca23a455_0_4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bca23a455_0_4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 to 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209c80fb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bca23a455_0_5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 are perfect in all of Your ways to 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bca23a455_0_5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3. Love so undeniable,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can hardly speak.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bca23a455_0_6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Peace so unexplainable,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can hardly think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bca23a455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as you call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deeper still (repeat)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ca23a455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as you call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deeper still into love, love, love.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ca23a455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You’re a good, good Father;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bca23a455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I’m loved You;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ca23a455_0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You’re a good, good Father;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You are.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bca23a455_0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I’m loved You;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It’s who I am.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