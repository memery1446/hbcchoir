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f0JFsc2fV3pLwcrCSYR3dkDox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556328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556328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5632871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55632871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ead63c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bdead63c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ead63ce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bdead63ce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5563287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55632871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ead63c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bdead63ce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ead63ce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bdead63ce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dead63ce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bdead63ce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ead63ce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dead63ce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74675" y="2133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Gratitude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267200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Benjamin Hastings | Brandon Lake | Dante Bowe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2019 Bethel Worship Publishing; Brandon Lake Music; Maverick City Publishing; Maverick City Publishing Worldwide; SHOUT! Music Publishing Australia; Bethel Music Publishing.</a:t>
            </a:r>
            <a:r>
              <a:rPr lang="en-US" sz="1800">
                <a:solidFill>
                  <a:schemeClr val="lt1"/>
                </a:solidFill>
              </a:rPr>
              <a:t> All rights reserved. Used by permission. CCLI  #155095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words fall short,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got nothing new.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could I express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gratitude?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55632871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could sing these songs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as I often do,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but every song </a:t>
            </a:r>
            <a:r>
              <a:rPr b="1" lang="en-US" sz="5600">
                <a:solidFill>
                  <a:schemeClr val="lt1"/>
                </a:solidFill>
              </a:rPr>
              <a:t>must end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and You never do.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I throw up my hands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You again and again,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all that I have is a hallelujah, hallelujah.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55632871e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And I know it’s not much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but I’ve nothing else fit for a king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except for a heart </a:t>
            </a:r>
            <a:r>
              <a:rPr b="1" lang="en-US" sz="5300">
                <a:solidFill>
                  <a:schemeClr val="lt1"/>
                </a:solidFill>
              </a:rPr>
              <a:t>singing </a:t>
            </a:r>
            <a:r>
              <a:rPr b="1" lang="en-US" sz="5500">
                <a:solidFill>
                  <a:schemeClr val="lt1"/>
                </a:solidFill>
              </a:rPr>
              <a:t>hallelujah, hallelujah.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one response,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just one move: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my arms stretched wide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worship You!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ead63ce0_0_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I throw up my hands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You again and again,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all that I have is a hallelujah, hallelujah.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dead63ce0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And I know it’s not much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but I’ve nothing else fit for a king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except for a heart </a:t>
            </a:r>
            <a:r>
              <a:rPr b="1" lang="en-US" sz="5300">
                <a:solidFill>
                  <a:schemeClr val="lt1"/>
                </a:solidFill>
              </a:rPr>
              <a:t>singing </a:t>
            </a:r>
            <a:r>
              <a:rPr b="1" lang="en-US" sz="5500">
                <a:solidFill>
                  <a:schemeClr val="lt1"/>
                </a:solidFill>
              </a:rPr>
              <a:t>hallelujah, hallelujah.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55632871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Come on my soul,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oh don’t you get shy on me,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lift up your song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‘cause you’ve got a lion inside of those lungs.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Get up and praise the Lord!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ead63ce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Come on my soul,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oh don’t you get shy on me,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lift up your song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‘cause you’ve got a lion inside of those lungs.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Get up and praise the Lord!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dead63ce0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Come on my soul,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oh don’t you get shy on me,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lift up your song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‘cause you’ve got a lion inside of those lungs.</a:t>
            </a:r>
            <a:endParaRPr b="1" sz="5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</a:rPr>
              <a:t>Get up and praise the Lord!</a:t>
            </a:r>
            <a:endParaRPr b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ead63ce0_0_8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I throw up my hands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You again and again,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all that I have is a hallelujah, hallelujah.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ead63ce0_0_12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And I know it’s not much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but I’ve nothing else fit for a king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except for a heart </a:t>
            </a:r>
            <a:r>
              <a:rPr b="1" lang="en-US" sz="5300">
                <a:solidFill>
                  <a:schemeClr val="lt1"/>
                </a:solidFill>
              </a:rPr>
              <a:t>singing </a:t>
            </a:r>
            <a:r>
              <a:rPr b="1" lang="en-US" sz="5500">
                <a:solidFill>
                  <a:schemeClr val="lt1"/>
                </a:solidFill>
              </a:rPr>
              <a:t>hallelujah, hallelujah.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