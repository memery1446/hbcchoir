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zuJqh1YPV4UjQoan1ozG0cDBH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263588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a263588e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4438388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a44383887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63588ea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a263588ea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63588e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263588ea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63588e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263588ea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63588ea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a263588ea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63588e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263588ea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44383887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a44383887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44383887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a44383887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63588ea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263588ea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44383887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44383887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Hideth My Soul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Fanny J. Crosby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J. Kirkpatrick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 wonderful Savior is Jesus my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 wonderful Savior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me.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cleft of the rock,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here rivers of pleasure I see.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cleft of the rock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hat shadows a dry, thirsty land.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life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depths of His love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covers me there with His hand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263588ea1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covers me there with His hand.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44383887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(He hideth my soul.)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 wonderful Savior is Jesus my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taketh my burden away.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holdeth me up,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I shall not be moved.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giveth me strength as my day.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63588ea1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cleft of the rock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hat shadows a dry, thirsty land.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63588ea1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life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depths of His love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covers me there with His hand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263588ea1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covers me there with His hand.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clothed in His brightness,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transported I rise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o meet Him in clouds of the sky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perfect salvation,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wonderful love,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I’ll shout with the millions on high.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63588ea1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cleft of the rock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hat shadows a dry, thirsty land.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63588ea1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life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depths of His love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covers me there with His hand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44383887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soul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cleft of the rock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hat shadows a dry, thirsty land.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43838879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hideth my life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depths of His love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covers me there with His hand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263588ea1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covers me there with His hand.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443838879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His hand,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His hand.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