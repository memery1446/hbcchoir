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weagxqZTTrgirCG4WlFXpo+Vp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c8861a55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c8861a55f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dec0b0a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adec0b0a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dec0b0a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adec0b0af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dec0b0a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adec0b0af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ec0b0a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adec0b0af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8861a55f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8861a55f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u="sng">
                <a:solidFill>
                  <a:schemeClr val="lt1"/>
                </a:solidFill>
              </a:rPr>
              <a:t>Psalm 18: I Love You, Lord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668250"/>
            <a:ext cx="7543800" cy="19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Julie and Tim Smith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1996, OCP. All rights reserved. 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License # 155095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8861a55fd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love you, Lord,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rock, my deliverer.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love you, Lord,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strength and my song.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dec0b0afc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my distress,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call unto my Lord,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to my God I cry.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dec0b0afc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Lord, you hear 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know my voice.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love you, Lord,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rock, my deliverer.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love you, Lord,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strength and my song.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ec0b0afc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Blessed be my Rock,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extolled be my Savior,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gave great victory to 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ec0b0afc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showed kindness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your anointed.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861a55fd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love you, Lord,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rock, my deliverer.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love you, Lord,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strength and my song.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