
<file path=[Content_Types].xml><?xml version="1.0" encoding="utf-8"?>
<Types xmlns="http://schemas.openxmlformats.org/package/2006/content-types">
  <Default ContentType="application/xml" Extension="xml"/>
  <Default ContentType="application/vnd.openxmlformats-package.relationships+xml" Extension="rels"/>
  <Override ContentType="application/vnd.openxmlformats-officedocument.presentationml.notesSlide+xml" PartName="/ppt/notesSlides/notesSlide29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28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25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6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27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10.xml"/>
  <Override ContentType="application/vnd.openxmlformats-officedocument.custom-properties+xml" PartName="/docProps/custom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22.xml"/>
  <Override ContentType="application/vnd.openxmlformats-officedocument.presentationml.slide+xml" PartName="/ppt/slides/slide26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5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29.xml"/>
  <Override ContentType="application/vnd.openxmlformats-officedocument.presentationml.slide+xml" PartName="/ppt/slides/slide2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28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23.xml"/>
  <Override ContentType="application/vnd.openxmlformats-officedocument.presentationml.slide+xml" PartName="/ppt/slides/slide27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custom-properties" Target="docProps/custom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48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  <p:sldId id="276" r:id="rId26"/>
    <p:sldId id="277" r:id="rId27"/>
    <p:sldId id="278" r:id="rId28"/>
    <p:sldId id="279" r:id="rId29"/>
    <p:sldId id="280" r:id="rId30"/>
    <p:sldId id="281" r:id="rId31"/>
    <p:sldId id="282" r:id="rId32"/>
    <p:sldId id="283" r:id="rId33"/>
    <p:sldId id="284" r:id="rId34"/>
  </p:sldIdLst>
  <p:sldSz cy="68580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  <p:ext uri="GoogleSlidesCustomDataVersion2">
      <go:slidesCustomData xmlns:go="http://customooxmlschemas.google.com/" r:id="rId35" roundtripDataSignature="AMtx7mi6UsKP4UEJkrD4JHzb4CNjPLE0uQ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5.xml"/><Relationship Id="rId22" Type="http://schemas.openxmlformats.org/officeDocument/2006/relationships/slide" Target="slides/slide17.xml"/><Relationship Id="rId21" Type="http://schemas.openxmlformats.org/officeDocument/2006/relationships/slide" Target="slides/slide16.xml"/><Relationship Id="rId24" Type="http://schemas.openxmlformats.org/officeDocument/2006/relationships/slide" Target="slides/slide19.xml"/><Relationship Id="rId23" Type="http://schemas.openxmlformats.org/officeDocument/2006/relationships/slide" Target="slides/slide18.xml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26" Type="http://schemas.openxmlformats.org/officeDocument/2006/relationships/slide" Target="slides/slide21.xml"/><Relationship Id="rId25" Type="http://schemas.openxmlformats.org/officeDocument/2006/relationships/slide" Target="slides/slide20.xml"/><Relationship Id="rId28" Type="http://schemas.openxmlformats.org/officeDocument/2006/relationships/slide" Target="slides/slide23.xml"/><Relationship Id="rId27" Type="http://schemas.openxmlformats.org/officeDocument/2006/relationships/slide" Target="slides/slide22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29" Type="http://schemas.openxmlformats.org/officeDocument/2006/relationships/slide" Target="slides/slide24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31" Type="http://schemas.openxmlformats.org/officeDocument/2006/relationships/slide" Target="slides/slide26.xml"/><Relationship Id="rId30" Type="http://schemas.openxmlformats.org/officeDocument/2006/relationships/slide" Target="slides/slide25.xml"/><Relationship Id="rId11" Type="http://schemas.openxmlformats.org/officeDocument/2006/relationships/slide" Target="slides/slide6.xml"/><Relationship Id="rId33" Type="http://schemas.openxmlformats.org/officeDocument/2006/relationships/slide" Target="slides/slide28.xml"/><Relationship Id="rId10" Type="http://schemas.openxmlformats.org/officeDocument/2006/relationships/slide" Target="slides/slide5.xml"/><Relationship Id="rId32" Type="http://schemas.openxmlformats.org/officeDocument/2006/relationships/slide" Target="slides/slide27.xml"/><Relationship Id="rId13" Type="http://schemas.openxmlformats.org/officeDocument/2006/relationships/slide" Target="slides/slide8.xml"/><Relationship Id="rId35" Type="http://customschemas.google.com/relationships/presentationmetadata" Target="metadata"/><Relationship Id="rId12" Type="http://schemas.openxmlformats.org/officeDocument/2006/relationships/slide" Target="slides/slide7.xml"/><Relationship Id="rId34" Type="http://schemas.openxmlformats.org/officeDocument/2006/relationships/slide" Target="slides/slide29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19" Type="http://schemas.openxmlformats.org/officeDocument/2006/relationships/slide" Target="slides/slide14.xml"/><Relationship Id="rId18" Type="http://schemas.openxmlformats.org/officeDocument/2006/relationships/slide" Target="slides/slide1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9845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9845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9845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9845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9845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9845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9845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9845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" name="Shape 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Google Shape;23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24" name="Google Shape;24;p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31" name="Google Shape;31;p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4" name="Shape 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Google Shape;35;g385e62e1484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36" name="Google Shape;36;g385e62e1484_0_0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9" name="Shape 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Google Shape;40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41" name="Google Shape;41;p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g385e62e1484_0_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46" name="Google Shape;46;g385e62e1484_0_4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51" name="Google Shape;51;p6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56" name="Google Shape;56;p7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9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61" name="Google Shape;61;p8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4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g385e62e1484_0_1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66" name="Google Shape;66;g385e62e1484_0_16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9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Google Shape;70;p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71" name="Google Shape;71;p1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g385e62e1484_0_2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76" name="Google Shape;76;g385e62e1484_0_20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9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Google Shape;80;p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81" name="Google Shape;81;p1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4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g385e62e1484_0_2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86" name="Google Shape;86;g385e62e1484_0_24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91" name="Google Shape;91;p1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4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g385e696d5b2_0_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96" name="Google Shape;96;g385e696d5b2_0_2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9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g385e696d5b2_0_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01" name="Google Shape;101;g385e696d5b2_0_10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4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g385e696d5b2_0_1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06" name="Google Shape;106;g385e696d5b2_0_14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9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g385e696d5b2_0_1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11" name="Google Shape;111;g385e696d5b2_0_18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4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Google Shape;115;p1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16" name="Google Shape;116;p1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9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g385e62e1484_0_2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21" name="Google Shape;121;g385e62e1484_0_28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4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Google Shape;125;g385e696d5b2_0_3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26" name="Google Shape;126;g385e696d5b2_0_31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9" name="Shape 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Google Shape;130;g385e696d5b2_0_3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31" name="Google Shape;131;g385e696d5b2_0_35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4" name="Shape 1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Google Shape;135;g385e696d5b2_0_2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36" name="Google Shape;136;g385e696d5b2_0_23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9" name="Shape 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Google Shape;140;g385e696d5b2_0_2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41" name="Google Shape;141;g385e696d5b2_0_27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4" name="Shape 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" name="Google Shape;145;g385e696d5b2_0_3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46" name="Google Shape;146;g385e696d5b2_0_39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9" name="Shape 1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" name="Google Shape;150;g385e696d5b2_0_4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51" name="Google Shape;151;g385e696d5b2_0_47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4" name="Shape 1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" name="Google Shape;155;g385e696d5b2_0_5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56" name="Google Shape;156;g385e696d5b2_0_51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9" name="Shape 1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" name="Google Shape;160;g385e696d5b2_0_5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61" name="Google Shape;161;g385e696d5b2_0_55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4" name="Shape 1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" name="Google Shape;165;g385e696d5b2_0_5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66" name="Google Shape;166;g385e696d5b2_0_59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layout with centered title and subtitle placeholders" type="title">
  <p:cSld name="TITLE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18"/>
          <p:cNvSpPr txBox="1"/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" name="Google Shape;13;p18"/>
          <p:cNvSpPr txBox="1"/>
          <p:nvPr>
            <p:ph idx="1" type="subTitle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lvl="1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lvl="2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lvl="3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lvl="4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lvl="5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6pPr>
            <a:lvl7pPr lvl="6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7pPr>
            <a:lvl8pPr lvl="7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8pPr>
            <a:lvl9pPr lvl="8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9pPr>
          </a:lstStyle>
          <a:p/>
        </p:txBody>
      </p:sp>
      <p:sp>
        <p:nvSpPr>
          <p:cNvPr id="14" name="Google Shape;14;p18"/>
          <p:cNvSpPr txBox="1"/>
          <p:nvPr>
            <p:ph idx="10" type="dt"/>
          </p:nvPr>
        </p:nvSpPr>
        <p:spPr>
          <a:xfrm>
            <a:off x="457200" y="6245225"/>
            <a:ext cx="21336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5" name="Google Shape;15;p18"/>
          <p:cNvSpPr txBox="1"/>
          <p:nvPr>
            <p:ph idx="11" type="ftr"/>
          </p:nvPr>
        </p:nvSpPr>
        <p:spPr>
          <a:xfrm>
            <a:off x="3124200" y="6245225"/>
            <a:ext cx="28956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6" name="Google Shape;16;p18"/>
          <p:cNvSpPr txBox="1"/>
          <p:nvPr>
            <p:ph idx="12" type="sldNum"/>
          </p:nvPr>
        </p:nvSpPr>
        <p:spPr>
          <a:xfrm>
            <a:off x="6553200" y="6245225"/>
            <a:ext cx="21336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17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19"/>
          <p:cNvSpPr txBox="1"/>
          <p:nvPr>
            <p:ph type="title"/>
          </p:nvPr>
        </p:nvSpPr>
        <p:spPr>
          <a:xfrm>
            <a:off x="457200" y="274637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19"/>
          <p:cNvSpPr txBox="1"/>
          <p:nvPr>
            <p:ph idx="10" type="dt"/>
          </p:nvPr>
        </p:nvSpPr>
        <p:spPr>
          <a:xfrm>
            <a:off x="457200" y="6245225"/>
            <a:ext cx="21336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19"/>
          <p:cNvSpPr txBox="1"/>
          <p:nvPr>
            <p:ph idx="11" type="ftr"/>
          </p:nvPr>
        </p:nvSpPr>
        <p:spPr>
          <a:xfrm>
            <a:off x="3124200" y="6245225"/>
            <a:ext cx="28956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1" name="Google Shape;21;p19"/>
          <p:cNvSpPr txBox="1"/>
          <p:nvPr>
            <p:ph idx="12" type="sldNum"/>
          </p:nvPr>
        </p:nvSpPr>
        <p:spPr>
          <a:xfrm>
            <a:off x="6553200" y="6245225"/>
            <a:ext cx="21336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2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gradFill>
          <a:gsLst>
            <a:gs pos="0">
              <a:srgbClr val="046441"/>
            </a:gs>
            <a:gs pos="100000">
              <a:srgbClr val="02462D"/>
            </a:gs>
          </a:gsLst>
          <a:lin ang="5400000" scaled="0"/>
        </a:gra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7"/>
          <p:cNvSpPr txBox="1"/>
          <p:nvPr>
            <p:ph type="title"/>
          </p:nvPr>
        </p:nvSpPr>
        <p:spPr>
          <a:xfrm>
            <a:off x="457200" y="274637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4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4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4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4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4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4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4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4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4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7" name="Google Shape;7;p17"/>
          <p:cNvSpPr txBox="1"/>
          <p:nvPr>
            <p:ph idx="1" type="body"/>
          </p:nvPr>
        </p:nvSpPr>
        <p:spPr>
          <a:xfrm>
            <a:off x="457200" y="1600200"/>
            <a:ext cx="8229600" cy="45259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431800" lvl="0" marL="457200" marR="0" rtl="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b="0" i="0" sz="3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406400" lvl="1" marL="914400" marR="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81000" lvl="2" marL="1371600" marR="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55600" lvl="3" marL="18288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55600" lvl="4" marL="22860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55600" lvl="5" marL="27432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55600" lvl="6" marL="32004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55600" lvl="7" marL="36576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55600" lvl="8" marL="41148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8" name="Google Shape;8;p17"/>
          <p:cNvSpPr txBox="1"/>
          <p:nvPr>
            <p:ph idx="10" type="dt"/>
          </p:nvPr>
        </p:nvSpPr>
        <p:spPr>
          <a:xfrm>
            <a:off x="457200" y="6245225"/>
            <a:ext cx="21336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9" name="Google Shape;9;p17"/>
          <p:cNvSpPr txBox="1"/>
          <p:nvPr>
            <p:ph idx="11" type="ftr"/>
          </p:nvPr>
        </p:nvSpPr>
        <p:spPr>
          <a:xfrm>
            <a:off x="3124200" y="6245225"/>
            <a:ext cx="28956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0" name="Google Shape;10;p17"/>
          <p:cNvSpPr txBox="1"/>
          <p:nvPr>
            <p:ph idx="12" type="sldNum"/>
          </p:nvPr>
        </p:nvSpPr>
        <p:spPr>
          <a:xfrm>
            <a:off x="6553200" y="6245225"/>
            <a:ext cx="21336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>
              <a:solidFill>
                <a:srgbClr val="000000"/>
              </a:solidFill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7.xml"/></Relationships>
</file>

<file path=ppt/slides/_rels/slide2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8.xml"/></Relationships>
</file>

<file path=ppt/slides/_rels/slide2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9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1"/>
        </a:solidFill>
      </p:bgPr>
    </p:bg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1"/>
          <p:cNvSpPr txBox="1"/>
          <p:nvPr>
            <p:ph type="ctrTitle"/>
          </p:nvPr>
        </p:nvSpPr>
        <p:spPr>
          <a:xfrm>
            <a:off x="685800" y="2209800"/>
            <a:ext cx="7772400" cy="1219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400"/>
              <a:buFont typeface="Arial"/>
              <a:buNone/>
            </a:pPr>
            <a:r>
              <a:rPr lang="en-US" sz="5400" u="sng">
                <a:solidFill>
                  <a:schemeClr val="lt1"/>
                </a:solidFill>
              </a:rPr>
              <a:t>Jesus Is My Healer</a:t>
            </a:r>
            <a:endParaRPr/>
          </a:p>
        </p:txBody>
      </p:sp>
      <p:sp>
        <p:nvSpPr>
          <p:cNvPr id="27" name="Google Shape;27;p1"/>
          <p:cNvSpPr txBox="1"/>
          <p:nvPr>
            <p:ph idx="1" type="subTitle"/>
          </p:nvPr>
        </p:nvSpPr>
        <p:spPr>
          <a:xfrm>
            <a:off x="914400" y="4114800"/>
            <a:ext cx="7315200" cy="2514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Words </a:t>
            </a:r>
            <a:r>
              <a:rPr lang="en-US" sz="1800">
                <a:solidFill>
                  <a:schemeClr val="lt1"/>
                </a:solidFill>
              </a:rPr>
              <a:t>and Music by Elyssa Smith, Jessie Harris, Tyler Bates</a:t>
            </a:r>
            <a:endParaRPr sz="1800">
              <a:solidFill>
                <a:schemeClr val="lt1"/>
              </a:solidFill>
            </a:endParaRPr>
          </a:p>
          <a:p>
            <a:pPr indent="0" lvl="0" mar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None/>
            </a:pPr>
            <a:r>
              <a:t/>
            </a:r>
            <a:endParaRPr sz="1800">
              <a:solidFill>
                <a:schemeClr val="lt1"/>
              </a:solidFill>
            </a:endParaRPr>
          </a:p>
          <a:p>
            <a:pPr indent="0" lvl="0" marL="0" marR="0" rtl="0" algn="ctr">
              <a:lnSpc>
                <a:spcPct val="9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9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9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t/>
            </a:r>
            <a:endParaRPr sz="1800">
              <a:solidFill>
                <a:schemeClr val="lt1"/>
              </a:solidFill>
            </a:endParaRPr>
          </a:p>
          <a:p>
            <a:pPr indent="0" lvl="0" marL="0" rtl="0" algn="ctr">
              <a:lnSpc>
                <a:spcPct val="90000"/>
              </a:lnSpc>
              <a:spcBef>
                <a:spcPts val="36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None/>
            </a:pPr>
            <a:r>
              <a:rPr lang="en-US" sz="1800">
                <a:solidFill>
                  <a:schemeClr val="lt1"/>
                </a:solidFill>
              </a:rPr>
              <a:t>© 2023 Elyssa Marie Music; Gateway Music Global Publishing; </a:t>
            </a:r>
            <a:endParaRPr sz="1800">
              <a:solidFill>
                <a:schemeClr val="lt1"/>
              </a:solidFill>
            </a:endParaRPr>
          </a:p>
          <a:p>
            <a:pPr indent="0" lvl="0" marL="0" rtl="0" algn="ctr">
              <a:lnSpc>
                <a:spcPct val="90000"/>
              </a:lnSpc>
              <a:spcBef>
                <a:spcPts val="36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None/>
            </a:pPr>
            <a:r>
              <a:rPr lang="en-US" sz="1800">
                <a:solidFill>
                  <a:schemeClr val="lt1"/>
                </a:solidFill>
              </a:rPr>
              <a:t>UR Creative. All rights reserved. Used by permission.</a:t>
            </a:r>
            <a:endParaRPr sz="1800">
              <a:solidFill>
                <a:schemeClr val="lt1"/>
              </a:solidFill>
            </a:endParaRPr>
          </a:p>
          <a:p>
            <a:pPr indent="0" lvl="0" marL="0" rtl="0" algn="ctr">
              <a:lnSpc>
                <a:spcPct val="90000"/>
              </a:lnSpc>
              <a:spcBef>
                <a:spcPts val="36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None/>
            </a:pPr>
            <a:r>
              <a:rPr lang="en-US" sz="1800">
                <a:solidFill>
                  <a:schemeClr val="lt1"/>
                </a:solidFill>
              </a:rPr>
              <a:t>CCLI #155095</a:t>
            </a:r>
            <a:endParaRPr sz="1800">
              <a:solidFill>
                <a:schemeClr val="lt1"/>
              </a:solidFill>
            </a:endParaRPr>
          </a:p>
        </p:txBody>
      </p:sp>
      <p:sp>
        <p:nvSpPr>
          <p:cNvPr id="28" name="Google Shape;28;p1"/>
          <p:cNvSpPr txBox="1"/>
          <p:nvPr/>
        </p:nvSpPr>
        <p:spPr>
          <a:xfrm>
            <a:off x="7924800" y="5943600"/>
            <a:ext cx="12192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1"/>
        </a:solidFill>
      </p:bgPr>
    </p:bg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2"/>
          <p:cNvSpPr txBox="1"/>
          <p:nvPr>
            <p:ph type="title"/>
          </p:nvPr>
        </p:nvSpPr>
        <p:spPr>
          <a:xfrm>
            <a:off x="152400" y="152400"/>
            <a:ext cx="8839200" cy="6553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400"/>
              <a:buFont typeface="Arial"/>
              <a:buNone/>
            </a:pPr>
            <a:r>
              <a:rPr b="1" lang="en-US" sz="5900">
                <a:solidFill>
                  <a:schemeClr val="lt1"/>
                </a:solidFill>
              </a:rPr>
              <a:t>Oh, that rugged cross, the selfless pain He bore,</a:t>
            </a:r>
            <a:endParaRPr b="1" sz="5900">
              <a:solidFill>
                <a:schemeClr val="lt1"/>
              </a:solidFill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1"/>
        </a:solidFill>
      </p:bgPr>
    </p:bg>
    <p:spTree>
      <p:nvGrpSpPr>
        <p:cNvPr id="37" name="Shape 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Google Shape;38;g385e62e1484_0_0"/>
          <p:cNvSpPr txBox="1"/>
          <p:nvPr>
            <p:ph type="title"/>
          </p:nvPr>
        </p:nvSpPr>
        <p:spPr>
          <a:xfrm>
            <a:off x="152400" y="152400"/>
            <a:ext cx="8839200" cy="6553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400"/>
              <a:buFont typeface="Arial"/>
              <a:buNone/>
            </a:pPr>
            <a:r>
              <a:rPr b="1" lang="en-US" sz="5900">
                <a:solidFill>
                  <a:schemeClr val="lt1"/>
                </a:solidFill>
              </a:rPr>
              <a:t>He breathed His final breath</a:t>
            </a:r>
            <a:endParaRPr b="1" sz="5900">
              <a:solidFill>
                <a:schemeClr val="lt1"/>
              </a:solidFill>
            </a:endParaRPr>
          </a:p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400"/>
              <a:buFont typeface="Arial"/>
              <a:buNone/>
            </a:pPr>
            <a:r>
              <a:rPr b="1" lang="en-US" sz="5900">
                <a:solidFill>
                  <a:schemeClr val="lt1"/>
                </a:solidFill>
              </a:rPr>
              <a:t>That I would be restored.</a:t>
            </a:r>
            <a:endParaRPr b="1" sz="5900">
              <a:solidFill>
                <a:schemeClr val="lt1"/>
              </a:solidFill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1"/>
        </a:solidFill>
      </p:bgPr>
    </p:bg>
    <p:spTree>
      <p:nvGrpSpPr>
        <p:cNvPr id="42" name="Shape 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Google Shape;43;p5"/>
          <p:cNvSpPr txBox="1"/>
          <p:nvPr>
            <p:ph type="title"/>
          </p:nvPr>
        </p:nvSpPr>
        <p:spPr>
          <a:xfrm>
            <a:off x="152400" y="152400"/>
            <a:ext cx="8839200" cy="6477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600"/>
              <a:buFont typeface="Arial"/>
              <a:buNone/>
            </a:pPr>
            <a:r>
              <a:rPr b="1" lang="en-US" sz="5900">
                <a:solidFill>
                  <a:schemeClr val="lt1"/>
                </a:solidFill>
              </a:rPr>
              <a:t>By His body that was broken,</a:t>
            </a:r>
            <a:endParaRPr b="1" sz="5900">
              <a:solidFill>
                <a:schemeClr val="lt1"/>
              </a:solidFill>
            </a:endParaRPr>
          </a:p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600"/>
              <a:buFont typeface="Arial"/>
              <a:buNone/>
            </a:pPr>
            <a:r>
              <a:rPr b="1" lang="en-US" sz="5900">
                <a:solidFill>
                  <a:schemeClr val="lt1"/>
                </a:solidFill>
              </a:rPr>
              <a:t>Precious blood freely shed,</a:t>
            </a:r>
            <a:endParaRPr b="1" sz="5900">
              <a:solidFill>
                <a:schemeClr val="lt1"/>
              </a:solidFill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1"/>
        </a:solidFill>
      </p:bgPr>
    </p:bg>
    <p:spTree>
      <p:nvGrpSpPr>
        <p:cNvPr id="47" name="Shape 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Google Shape;48;g385e62e1484_0_4"/>
          <p:cNvSpPr txBox="1"/>
          <p:nvPr>
            <p:ph type="title"/>
          </p:nvPr>
        </p:nvSpPr>
        <p:spPr>
          <a:xfrm>
            <a:off x="152400" y="152400"/>
            <a:ext cx="8839200" cy="6477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600"/>
              <a:buFont typeface="Arial"/>
              <a:buNone/>
            </a:pPr>
            <a:r>
              <a:rPr b="1" lang="en-US" sz="5900">
                <a:solidFill>
                  <a:schemeClr val="lt1"/>
                </a:solidFill>
              </a:rPr>
              <a:t>The spotless Lamb of heaven,</a:t>
            </a:r>
            <a:endParaRPr b="1" sz="5900">
              <a:solidFill>
                <a:schemeClr val="lt1"/>
              </a:solidFill>
            </a:endParaRPr>
          </a:p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600"/>
              <a:buFont typeface="Arial"/>
              <a:buNone/>
            </a:pPr>
            <a:r>
              <a:rPr b="1" lang="en-US" sz="5900">
                <a:solidFill>
                  <a:schemeClr val="lt1"/>
                </a:solidFill>
              </a:rPr>
              <a:t>Has forever conquered death.</a:t>
            </a:r>
            <a:endParaRPr b="1" sz="5900">
              <a:solidFill>
                <a:schemeClr val="lt1"/>
              </a:solidFill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1"/>
        </a:solidFill>
      </p:bgPr>
    </p:bg>
    <p:spTree>
      <p:nvGrpSpPr>
        <p:cNvPr id="52" name="Shape 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Google Shape;53;p6"/>
          <p:cNvSpPr txBox="1"/>
          <p:nvPr>
            <p:ph type="title"/>
          </p:nvPr>
        </p:nvSpPr>
        <p:spPr>
          <a:xfrm>
            <a:off x="152400" y="152400"/>
            <a:ext cx="8839200" cy="6553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Arial"/>
              <a:buNone/>
            </a:pPr>
            <a:r>
              <a:rPr b="1" lang="en-US" sz="5900">
                <a:solidFill>
                  <a:schemeClr val="lt1"/>
                </a:solidFill>
              </a:rPr>
              <a:t>Jesus is my healer, </a:t>
            </a:r>
            <a:endParaRPr b="1" sz="5900">
              <a:solidFill>
                <a:schemeClr val="lt1"/>
              </a:solidFill>
            </a:endParaRPr>
          </a:p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Arial"/>
              <a:buNone/>
            </a:pPr>
            <a:r>
              <a:rPr b="1" lang="en-US" sz="5900">
                <a:solidFill>
                  <a:schemeClr val="lt1"/>
                </a:solidFill>
              </a:rPr>
              <a:t>He's everything I need.</a:t>
            </a:r>
            <a:endParaRPr b="1" sz="590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1"/>
        </a:solidFill>
      </p:bgPr>
    </p:bg>
    <p:spTree>
      <p:nvGrpSpPr>
        <p:cNvPr id="57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Google Shape;58;p7"/>
          <p:cNvSpPr txBox="1"/>
          <p:nvPr>
            <p:ph type="title"/>
          </p:nvPr>
        </p:nvSpPr>
        <p:spPr>
          <a:xfrm>
            <a:off x="152400" y="152400"/>
            <a:ext cx="8839200" cy="6553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Arial"/>
              <a:buNone/>
            </a:pPr>
            <a:r>
              <a:rPr b="1" lang="en-US" sz="5900">
                <a:solidFill>
                  <a:schemeClr val="lt1"/>
                </a:solidFill>
              </a:rPr>
              <a:t>He alone has triumphed over sickness and disease.</a:t>
            </a:r>
            <a:endParaRPr b="1" sz="5900">
              <a:solidFill>
                <a:schemeClr val="lt1"/>
              </a:solidFill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1"/>
        </a:solidFill>
      </p:bgPr>
    </p:bg>
    <p:spTree>
      <p:nvGrpSpPr>
        <p:cNvPr id="62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p8"/>
          <p:cNvSpPr txBox="1"/>
          <p:nvPr>
            <p:ph type="title"/>
          </p:nvPr>
        </p:nvSpPr>
        <p:spPr>
          <a:xfrm>
            <a:off x="152400" y="152400"/>
            <a:ext cx="8839200" cy="6553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Font typeface="Arial"/>
              <a:buNone/>
            </a:pPr>
            <a:r>
              <a:rPr b="1" lang="en-US" sz="5900">
                <a:solidFill>
                  <a:schemeClr val="lt1"/>
                </a:solidFill>
              </a:rPr>
              <a:t>Fear, where is your power?</a:t>
            </a:r>
            <a:endParaRPr b="1" sz="5900">
              <a:solidFill>
                <a:schemeClr val="lt1"/>
              </a:solidFill>
            </a:endParaRPr>
          </a:p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Font typeface="Arial"/>
              <a:buNone/>
            </a:pPr>
            <a:r>
              <a:rPr b="1" lang="en-US" sz="5900">
                <a:solidFill>
                  <a:schemeClr val="lt1"/>
                </a:solidFill>
              </a:rPr>
              <a:t>The cross is your defeat.</a:t>
            </a:r>
            <a:endParaRPr b="1" sz="5900">
              <a:solidFill>
                <a:schemeClr val="lt1"/>
              </a:solidFill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1"/>
        </a:solidFill>
      </p:bgPr>
    </p:bg>
    <p:spTree>
      <p:nvGrpSpPr>
        <p:cNvPr id="67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Google Shape;68;g385e62e1484_0_16"/>
          <p:cNvSpPr txBox="1"/>
          <p:nvPr>
            <p:ph type="title"/>
          </p:nvPr>
        </p:nvSpPr>
        <p:spPr>
          <a:xfrm>
            <a:off x="152400" y="152400"/>
            <a:ext cx="8839200" cy="6553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Font typeface="Arial"/>
              <a:buNone/>
            </a:pPr>
            <a:r>
              <a:rPr b="1" lang="en-US" sz="5900">
                <a:solidFill>
                  <a:schemeClr val="lt1"/>
                </a:solidFill>
              </a:rPr>
              <a:t>Jesus is my healer. </a:t>
            </a:r>
            <a:endParaRPr b="1" sz="5900">
              <a:solidFill>
                <a:schemeClr val="lt1"/>
              </a:solidFill>
            </a:endParaRPr>
          </a:p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Font typeface="Arial"/>
              <a:buNone/>
            </a:pPr>
            <a:r>
              <a:rPr b="1" lang="en-US" sz="5900">
                <a:solidFill>
                  <a:schemeClr val="lt1"/>
                </a:solidFill>
              </a:rPr>
              <a:t>He has won the victory!</a:t>
            </a:r>
            <a:endParaRPr b="1" sz="5900">
              <a:solidFill>
                <a:schemeClr val="lt1"/>
              </a:solidFill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1"/>
        </a:solidFill>
      </p:bgPr>
    </p:bg>
    <p:spTree>
      <p:nvGrpSpPr>
        <p:cNvPr id="72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11"/>
          <p:cNvSpPr txBox="1"/>
          <p:nvPr>
            <p:ph type="title"/>
          </p:nvPr>
        </p:nvSpPr>
        <p:spPr>
          <a:xfrm>
            <a:off x="152400" y="152400"/>
            <a:ext cx="8839200" cy="6553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400"/>
              <a:buFont typeface="Arial"/>
              <a:buNone/>
            </a:pPr>
            <a:r>
              <a:rPr b="1" lang="en-US" sz="5900">
                <a:solidFill>
                  <a:schemeClr val="lt1"/>
                </a:solidFill>
              </a:rPr>
              <a:t>Oh, how great a love! </a:t>
            </a:r>
            <a:endParaRPr b="1" sz="5900">
              <a:solidFill>
                <a:schemeClr val="lt1"/>
              </a:solidFill>
            </a:endParaRPr>
          </a:p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400"/>
              <a:buFont typeface="Arial"/>
              <a:buNone/>
            </a:pPr>
            <a:r>
              <a:rPr b="1" lang="en-US" sz="5900">
                <a:solidFill>
                  <a:schemeClr val="lt1"/>
                </a:solidFill>
              </a:rPr>
              <a:t>I'm held by perfect peace.</a:t>
            </a:r>
            <a:endParaRPr b="1" sz="5900">
              <a:solidFill>
                <a:schemeClr val="lt1"/>
              </a:solidFill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1"/>
        </a:solidFill>
      </p:bgPr>
    </p:bg>
    <p:spTree>
      <p:nvGrpSpPr>
        <p:cNvPr id="77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g385e62e1484_0_20"/>
          <p:cNvSpPr txBox="1"/>
          <p:nvPr>
            <p:ph type="title"/>
          </p:nvPr>
        </p:nvSpPr>
        <p:spPr>
          <a:xfrm>
            <a:off x="152400" y="152400"/>
            <a:ext cx="8839200" cy="6553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400"/>
              <a:buFont typeface="Arial"/>
              <a:buNone/>
            </a:pPr>
            <a:r>
              <a:rPr b="1" lang="en-US" sz="5900">
                <a:solidFill>
                  <a:schemeClr val="lt1"/>
                </a:solidFill>
              </a:rPr>
              <a:t>He walks with me through valleys,</a:t>
            </a:r>
            <a:endParaRPr b="1" sz="5900">
              <a:solidFill>
                <a:schemeClr val="lt1"/>
              </a:solidFill>
            </a:endParaRPr>
          </a:p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400"/>
              <a:buFont typeface="Arial"/>
              <a:buNone/>
            </a:pPr>
            <a:r>
              <a:rPr b="1" lang="en-US" sz="5900">
                <a:solidFill>
                  <a:schemeClr val="lt1"/>
                </a:solidFill>
              </a:rPr>
              <a:t>Understands my suffering.</a:t>
            </a:r>
            <a:endParaRPr b="1" sz="5900">
              <a:solidFill>
                <a:schemeClr val="lt1"/>
              </a:solidFill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1"/>
        </a:solidFill>
      </p:bgPr>
    </p:bg>
    <p:spTree>
      <p:nvGrpSpPr>
        <p:cNvPr id="82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p12"/>
          <p:cNvSpPr txBox="1"/>
          <p:nvPr>
            <p:ph type="title"/>
          </p:nvPr>
        </p:nvSpPr>
        <p:spPr>
          <a:xfrm>
            <a:off x="228600" y="152400"/>
            <a:ext cx="8686800" cy="6553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Arial"/>
              <a:buNone/>
            </a:pPr>
            <a:r>
              <a:rPr b="1" lang="en-US" sz="5900">
                <a:solidFill>
                  <a:schemeClr val="lt1"/>
                </a:solidFill>
              </a:rPr>
              <a:t>Every joy and every sorrow, </a:t>
            </a:r>
            <a:endParaRPr b="1" sz="5900">
              <a:solidFill>
                <a:schemeClr val="lt1"/>
              </a:solidFill>
            </a:endParaRPr>
          </a:p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Arial"/>
              <a:buNone/>
            </a:pPr>
            <a:r>
              <a:rPr b="1" lang="en-US" sz="5900">
                <a:solidFill>
                  <a:schemeClr val="lt1"/>
                </a:solidFill>
              </a:rPr>
              <a:t>every triumph, every loss,</a:t>
            </a:r>
            <a:endParaRPr b="1" sz="590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1"/>
        </a:solidFill>
      </p:bgPr>
    </p:bg>
    <p:spTree>
      <p:nvGrpSpPr>
        <p:cNvPr id="87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g385e62e1484_0_24"/>
          <p:cNvSpPr txBox="1"/>
          <p:nvPr>
            <p:ph type="title"/>
          </p:nvPr>
        </p:nvSpPr>
        <p:spPr>
          <a:xfrm>
            <a:off x="228600" y="152400"/>
            <a:ext cx="8686800" cy="6553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Arial"/>
              <a:buNone/>
            </a:pPr>
            <a:r>
              <a:rPr b="1" lang="en-US" sz="5900">
                <a:solidFill>
                  <a:schemeClr val="lt1"/>
                </a:solidFill>
              </a:rPr>
              <a:t>I know everything is covered</a:t>
            </a:r>
            <a:endParaRPr b="1" sz="5900">
              <a:solidFill>
                <a:schemeClr val="lt1"/>
              </a:solidFill>
            </a:endParaRPr>
          </a:p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Arial"/>
              <a:buNone/>
            </a:pPr>
            <a:r>
              <a:rPr b="1" lang="en-US" sz="5900">
                <a:solidFill>
                  <a:schemeClr val="lt1"/>
                </a:solidFill>
              </a:rPr>
              <a:t>By the shadow of the cross.</a:t>
            </a:r>
            <a:endParaRPr b="1" sz="5900">
              <a:solidFill>
                <a:schemeClr val="lt1"/>
              </a:solidFill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1"/>
        </a:solidFill>
      </p:bgPr>
    </p:bg>
    <p:spTree>
      <p:nvGrpSpPr>
        <p:cNvPr id="92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p13"/>
          <p:cNvSpPr txBox="1"/>
          <p:nvPr>
            <p:ph type="title"/>
          </p:nvPr>
        </p:nvSpPr>
        <p:spPr>
          <a:xfrm>
            <a:off x="152400" y="152400"/>
            <a:ext cx="8763000" cy="6553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Arial"/>
              <a:buNone/>
            </a:pPr>
            <a:r>
              <a:rPr b="1" lang="en-US" sz="5900">
                <a:solidFill>
                  <a:schemeClr val="lt1"/>
                </a:solidFill>
              </a:rPr>
              <a:t>Everything is covered by the shadow of the cross.</a:t>
            </a:r>
            <a:endParaRPr b="1" sz="5900">
              <a:solidFill>
                <a:schemeClr val="lt1"/>
              </a:solidFill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1"/>
        </a:solidFill>
      </p:bgPr>
    </p:bg>
    <p:spTree>
      <p:nvGrpSpPr>
        <p:cNvPr id="97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g385e696d5b2_0_2"/>
          <p:cNvSpPr txBox="1"/>
          <p:nvPr>
            <p:ph type="title"/>
          </p:nvPr>
        </p:nvSpPr>
        <p:spPr>
          <a:xfrm>
            <a:off x="152400" y="152400"/>
            <a:ext cx="8839200" cy="6553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Arial"/>
              <a:buNone/>
            </a:pPr>
            <a:r>
              <a:rPr b="1" lang="en-US" sz="5900">
                <a:solidFill>
                  <a:schemeClr val="lt1"/>
                </a:solidFill>
              </a:rPr>
              <a:t>Jesus is my healer, </a:t>
            </a:r>
            <a:endParaRPr b="1" sz="5900">
              <a:solidFill>
                <a:schemeClr val="lt1"/>
              </a:solidFill>
            </a:endParaRPr>
          </a:p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Arial"/>
              <a:buNone/>
            </a:pPr>
            <a:r>
              <a:rPr b="1" lang="en-US" sz="5900">
                <a:solidFill>
                  <a:schemeClr val="lt1"/>
                </a:solidFill>
              </a:rPr>
              <a:t>He's everything I need.</a:t>
            </a:r>
            <a:endParaRPr b="1" sz="590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1"/>
        </a:solidFill>
      </p:bgPr>
    </p:bg>
    <p:spTree>
      <p:nvGrpSpPr>
        <p:cNvPr id="102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Google Shape;103;g385e696d5b2_0_10"/>
          <p:cNvSpPr txBox="1"/>
          <p:nvPr>
            <p:ph type="title"/>
          </p:nvPr>
        </p:nvSpPr>
        <p:spPr>
          <a:xfrm>
            <a:off x="152400" y="152400"/>
            <a:ext cx="8839200" cy="6553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Arial"/>
              <a:buNone/>
            </a:pPr>
            <a:r>
              <a:rPr b="1" lang="en-US" sz="5900">
                <a:solidFill>
                  <a:schemeClr val="lt1"/>
                </a:solidFill>
              </a:rPr>
              <a:t>He alone has triumphed over sickness and disease.</a:t>
            </a:r>
            <a:endParaRPr b="1" sz="5900">
              <a:solidFill>
                <a:schemeClr val="lt1"/>
              </a:solidFill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1"/>
        </a:solidFill>
      </p:bgPr>
    </p:bg>
    <p:spTree>
      <p:nvGrpSpPr>
        <p:cNvPr id="107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g385e696d5b2_0_14"/>
          <p:cNvSpPr txBox="1"/>
          <p:nvPr>
            <p:ph type="title"/>
          </p:nvPr>
        </p:nvSpPr>
        <p:spPr>
          <a:xfrm>
            <a:off x="152400" y="152400"/>
            <a:ext cx="8839200" cy="6553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Font typeface="Arial"/>
              <a:buNone/>
            </a:pPr>
            <a:r>
              <a:rPr b="1" lang="en-US" sz="5900">
                <a:solidFill>
                  <a:schemeClr val="lt1"/>
                </a:solidFill>
              </a:rPr>
              <a:t>Fear, where is your power?</a:t>
            </a:r>
            <a:endParaRPr b="1" sz="5900">
              <a:solidFill>
                <a:schemeClr val="lt1"/>
              </a:solidFill>
            </a:endParaRPr>
          </a:p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Font typeface="Arial"/>
              <a:buNone/>
            </a:pPr>
            <a:r>
              <a:rPr b="1" lang="en-US" sz="5900">
                <a:solidFill>
                  <a:schemeClr val="lt1"/>
                </a:solidFill>
              </a:rPr>
              <a:t>The cross is your defeat.</a:t>
            </a:r>
            <a:endParaRPr b="1" sz="5900">
              <a:solidFill>
                <a:schemeClr val="lt1"/>
              </a:solidFill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1"/>
        </a:solidFill>
      </p:bgPr>
    </p:bg>
    <p:spTree>
      <p:nvGrpSpPr>
        <p:cNvPr id="112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g385e696d5b2_0_18"/>
          <p:cNvSpPr txBox="1"/>
          <p:nvPr>
            <p:ph type="title"/>
          </p:nvPr>
        </p:nvSpPr>
        <p:spPr>
          <a:xfrm>
            <a:off x="152400" y="152400"/>
            <a:ext cx="8839200" cy="6553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Font typeface="Arial"/>
              <a:buNone/>
            </a:pPr>
            <a:r>
              <a:rPr b="1" lang="en-US" sz="5900">
                <a:solidFill>
                  <a:schemeClr val="lt1"/>
                </a:solidFill>
              </a:rPr>
              <a:t>Jesus is my healer. </a:t>
            </a:r>
            <a:endParaRPr b="1" sz="5900">
              <a:solidFill>
                <a:schemeClr val="lt1"/>
              </a:solidFill>
            </a:endParaRPr>
          </a:p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Font typeface="Arial"/>
              <a:buNone/>
            </a:pPr>
            <a:r>
              <a:rPr b="1" lang="en-US" sz="5900">
                <a:solidFill>
                  <a:schemeClr val="lt1"/>
                </a:solidFill>
              </a:rPr>
              <a:t>He has won the victory!</a:t>
            </a:r>
            <a:endParaRPr b="1" sz="5900">
              <a:solidFill>
                <a:schemeClr val="lt1"/>
              </a:solidFill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1"/>
        </a:solidFill>
      </p:bgPr>
    </p:bg>
    <p:spTree>
      <p:nvGrpSpPr>
        <p:cNvPr id="117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p14"/>
          <p:cNvSpPr txBox="1"/>
          <p:nvPr>
            <p:ph type="title"/>
          </p:nvPr>
        </p:nvSpPr>
        <p:spPr>
          <a:xfrm>
            <a:off x="152400" y="152400"/>
            <a:ext cx="8763000" cy="6477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400"/>
              <a:buFont typeface="Arial"/>
              <a:buNone/>
            </a:pPr>
            <a:r>
              <a:rPr b="1" lang="en-US" sz="5900">
                <a:solidFill>
                  <a:schemeClr val="lt1"/>
                </a:solidFill>
              </a:rPr>
              <a:t>Everything bows at His name,</a:t>
            </a:r>
            <a:endParaRPr b="1" sz="5900">
              <a:solidFill>
                <a:schemeClr val="lt1"/>
              </a:solidFill>
            </a:endParaRPr>
          </a:p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400"/>
              <a:buFont typeface="Arial"/>
              <a:buNone/>
            </a:pPr>
            <a:r>
              <a:rPr b="1" lang="en-US" sz="5900">
                <a:solidFill>
                  <a:schemeClr val="lt1"/>
                </a:solidFill>
              </a:rPr>
              <a:t>Everything bows at His name.</a:t>
            </a:r>
            <a:endParaRPr b="1" sz="5900">
              <a:solidFill>
                <a:schemeClr val="lt1"/>
              </a:solidFill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1"/>
        </a:solidFill>
      </p:bgPr>
    </p:bg>
    <p:spTree>
      <p:nvGrpSpPr>
        <p:cNvPr id="122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Google Shape;123;g385e62e1484_0_28"/>
          <p:cNvSpPr txBox="1"/>
          <p:nvPr>
            <p:ph type="title"/>
          </p:nvPr>
        </p:nvSpPr>
        <p:spPr>
          <a:xfrm>
            <a:off x="152400" y="152400"/>
            <a:ext cx="8763000" cy="6477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400"/>
              <a:buFont typeface="Arial"/>
              <a:buNone/>
            </a:pPr>
            <a:r>
              <a:rPr b="1" lang="en-US" sz="5900">
                <a:solidFill>
                  <a:schemeClr val="lt1"/>
                </a:solidFill>
              </a:rPr>
              <a:t>Sickness, darkness, chains break at the name of Jesus.</a:t>
            </a:r>
            <a:endParaRPr b="1" sz="5900">
              <a:solidFill>
                <a:schemeClr val="lt1"/>
              </a:solidFill>
            </a:endParaRP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1"/>
        </a:solidFill>
      </p:bgPr>
    </p:bg>
    <p:spTree>
      <p:nvGrpSpPr>
        <p:cNvPr id="127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Google Shape;128;g385e696d5b2_0_31"/>
          <p:cNvSpPr txBox="1"/>
          <p:nvPr>
            <p:ph type="title"/>
          </p:nvPr>
        </p:nvSpPr>
        <p:spPr>
          <a:xfrm>
            <a:off x="152400" y="152400"/>
            <a:ext cx="8763000" cy="6477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400"/>
              <a:buFont typeface="Arial"/>
              <a:buNone/>
            </a:pPr>
            <a:r>
              <a:rPr b="1" lang="en-US" sz="5900">
                <a:solidFill>
                  <a:schemeClr val="lt1"/>
                </a:solidFill>
              </a:rPr>
              <a:t>Everything bows at His name,</a:t>
            </a:r>
            <a:endParaRPr b="1" sz="5900">
              <a:solidFill>
                <a:schemeClr val="lt1"/>
              </a:solidFill>
            </a:endParaRPr>
          </a:p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400"/>
              <a:buFont typeface="Arial"/>
              <a:buNone/>
            </a:pPr>
            <a:r>
              <a:rPr b="1" lang="en-US" sz="5900">
                <a:solidFill>
                  <a:schemeClr val="lt1"/>
                </a:solidFill>
              </a:rPr>
              <a:t>Everything bows at His name.</a:t>
            </a:r>
            <a:endParaRPr b="1" sz="5900">
              <a:solidFill>
                <a:schemeClr val="lt1"/>
              </a:solidFill>
            </a:endParaRP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1"/>
        </a:solidFill>
      </p:bgPr>
    </p:bg>
    <p:spTree>
      <p:nvGrpSpPr>
        <p:cNvPr id="132" name="Shape 1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" name="Google Shape;133;g385e696d5b2_0_35"/>
          <p:cNvSpPr txBox="1"/>
          <p:nvPr>
            <p:ph type="title"/>
          </p:nvPr>
        </p:nvSpPr>
        <p:spPr>
          <a:xfrm>
            <a:off x="152400" y="152400"/>
            <a:ext cx="8763000" cy="6477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400"/>
              <a:buFont typeface="Arial"/>
              <a:buNone/>
            </a:pPr>
            <a:r>
              <a:rPr b="1" lang="en-US" sz="5900">
                <a:solidFill>
                  <a:schemeClr val="lt1"/>
                </a:solidFill>
              </a:rPr>
              <a:t>Sickness, darkness, chains break at the name of Jesus.</a:t>
            </a:r>
            <a:endParaRPr b="1" sz="5900">
              <a:solidFill>
                <a:schemeClr val="lt1"/>
              </a:solidFill>
            </a:endParaRP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1"/>
        </a:solidFill>
      </p:bgPr>
    </p:bg>
    <p:spTree>
      <p:nvGrpSpPr>
        <p:cNvPr id="137" name="Shape 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Google Shape;138;g385e696d5b2_0_23"/>
          <p:cNvSpPr txBox="1"/>
          <p:nvPr>
            <p:ph type="title"/>
          </p:nvPr>
        </p:nvSpPr>
        <p:spPr>
          <a:xfrm>
            <a:off x="152400" y="152400"/>
            <a:ext cx="8763000" cy="6477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400"/>
              <a:buFont typeface="Arial"/>
              <a:buNone/>
            </a:pPr>
            <a:r>
              <a:rPr b="1" lang="en-US" sz="5900">
                <a:solidFill>
                  <a:schemeClr val="lt1"/>
                </a:solidFill>
              </a:rPr>
              <a:t>Everything bows at His name,</a:t>
            </a:r>
            <a:endParaRPr b="1" sz="5900">
              <a:solidFill>
                <a:schemeClr val="lt1"/>
              </a:solidFill>
            </a:endParaRPr>
          </a:p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400"/>
              <a:buFont typeface="Arial"/>
              <a:buNone/>
            </a:pPr>
            <a:r>
              <a:rPr b="1" lang="en-US" sz="5900">
                <a:solidFill>
                  <a:schemeClr val="lt1"/>
                </a:solidFill>
              </a:rPr>
              <a:t>Everything bows at His name.</a:t>
            </a:r>
            <a:endParaRPr b="1" sz="5900">
              <a:solidFill>
                <a:schemeClr val="lt1"/>
              </a:solidFill>
            </a:endParaRP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1"/>
        </a:solidFill>
      </p:bgPr>
    </p:bg>
    <p:spTree>
      <p:nvGrpSpPr>
        <p:cNvPr id="142" name="Shape 1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" name="Google Shape;143;g385e696d5b2_0_27"/>
          <p:cNvSpPr txBox="1"/>
          <p:nvPr>
            <p:ph type="title"/>
          </p:nvPr>
        </p:nvSpPr>
        <p:spPr>
          <a:xfrm>
            <a:off x="152400" y="152400"/>
            <a:ext cx="8763000" cy="6477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400"/>
              <a:buFont typeface="Arial"/>
              <a:buNone/>
            </a:pPr>
            <a:r>
              <a:rPr b="1" lang="en-US" sz="5900">
                <a:solidFill>
                  <a:schemeClr val="lt1"/>
                </a:solidFill>
              </a:rPr>
              <a:t>Sickness, darkness, chains break at the name of Jesus!</a:t>
            </a:r>
            <a:endParaRPr b="1" sz="5900">
              <a:solidFill>
                <a:schemeClr val="lt1"/>
              </a:solidFill>
            </a:endParaRP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1"/>
        </a:solidFill>
      </p:bgPr>
    </p:bg>
    <p:spTree>
      <p:nvGrpSpPr>
        <p:cNvPr id="147" name="Shape 1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" name="Google Shape;148;g385e696d5b2_0_39"/>
          <p:cNvSpPr txBox="1"/>
          <p:nvPr>
            <p:ph type="title"/>
          </p:nvPr>
        </p:nvSpPr>
        <p:spPr>
          <a:xfrm>
            <a:off x="152400" y="152400"/>
            <a:ext cx="8839200" cy="6553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Arial"/>
              <a:buNone/>
            </a:pPr>
            <a:r>
              <a:rPr b="1" lang="en-US" sz="5900">
                <a:solidFill>
                  <a:schemeClr val="lt1"/>
                </a:solidFill>
              </a:rPr>
              <a:t>Jesus is my healer, </a:t>
            </a:r>
            <a:endParaRPr b="1" sz="5900">
              <a:solidFill>
                <a:schemeClr val="lt1"/>
              </a:solidFill>
            </a:endParaRPr>
          </a:p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Arial"/>
              <a:buNone/>
            </a:pPr>
            <a:r>
              <a:rPr b="1" lang="en-US" sz="5900">
                <a:solidFill>
                  <a:schemeClr val="lt1"/>
                </a:solidFill>
              </a:rPr>
              <a:t>He's everything I need.</a:t>
            </a:r>
            <a:endParaRPr b="1" sz="590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1"/>
        </a:solidFill>
      </p:bgPr>
    </p:bg>
    <p:spTree>
      <p:nvGrpSpPr>
        <p:cNvPr id="152" name="Shape 1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" name="Google Shape;153;g385e696d5b2_0_47"/>
          <p:cNvSpPr txBox="1"/>
          <p:nvPr>
            <p:ph type="title"/>
          </p:nvPr>
        </p:nvSpPr>
        <p:spPr>
          <a:xfrm>
            <a:off x="152400" y="152400"/>
            <a:ext cx="8839200" cy="6553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Arial"/>
              <a:buNone/>
            </a:pPr>
            <a:r>
              <a:rPr b="1" lang="en-US" sz="5900">
                <a:solidFill>
                  <a:schemeClr val="lt1"/>
                </a:solidFill>
              </a:rPr>
              <a:t>He alone has triumphed over sickness and disease.</a:t>
            </a:r>
            <a:endParaRPr b="1" sz="5900">
              <a:solidFill>
                <a:schemeClr val="lt1"/>
              </a:solidFill>
            </a:endParaRP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1"/>
        </a:solidFill>
      </p:bgPr>
    </p:bg>
    <p:spTree>
      <p:nvGrpSpPr>
        <p:cNvPr id="157" name="Shape 1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" name="Google Shape;158;g385e696d5b2_0_51"/>
          <p:cNvSpPr txBox="1"/>
          <p:nvPr>
            <p:ph type="title"/>
          </p:nvPr>
        </p:nvSpPr>
        <p:spPr>
          <a:xfrm>
            <a:off x="152400" y="152400"/>
            <a:ext cx="8839200" cy="6553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Font typeface="Arial"/>
              <a:buNone/>
            </a:pPr>
            <a:r>
              <a:rPr b="1" lang="en-US" sz="5900">
                <a:solidFill>
                  <a:schemeClr val="lt1"/>
                </a:solidFill>
              </a:rPr>
              <a:t>Fear, where is your power?</a:t>
            </a:r>
            <a:endParaRPr b="1" sz="5900">
              <a:solidFill>
                <a:schemeClr val="lt1"/>
              </a:solidFill>
            </a:endParaRPr>
          </a:p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Font typeface="Arial"/>
              <a:buNone/>
            </a:pPr>
            <a:r>
              <a:rPr b="1" lang="en-US" sz="5900">
                <a:solidFill>
                  <a:schemeClr val="lt1"/>
                </a:solidFill>
              </a:rPr>
              <a:t>The cross is your defeat.</a:t>
            </a:r>
            <a:endParaRPr b="1" sz="5900">
              <a:solidFill>
                <a:schemeClr val="lt1"/>
              </a:solidFill>
            </a:endParaRP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1"/>
        </a:solidFill>
      </p:bgPr>
    </p:bg>
    <p:spTree>
      <p:nvGrpSpPr>
        <p:cNvPr id="162" name="Shape 1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" name="Google Shape;163;g385e696d5b2_0_55"/>
          <p:cNvSpPr txBox="1"/>
          <p:nvPr>
            <p:ph type="title"/>
          </p:nvPr>
        </p:nvSpPr>
        <p:spPr>
          <a:xfrm>
            <a:off x="152400" y="152400"/>
            <a:ext cx="8839200" cy="6553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Font typeface="Arial"/>
              <a:buNone/>
            </a:pPr>
            <a:r>
              <a:rPr b="1" lang="en-US" sz="5900">
                <a:solidFill>
                  <a:schemeClr val="lt1"/>
                </a:solidFill>
              </a:rPr>
              <a:t>Jesus is my healer. </a:t>
            </a:r>
            <a:endParaRPr b="1" sz="5900">
              <a:solidFill>
                <a:schemeClr val="lt1"/>
              </a:solidFill>
            </a:endParaRPr>
          </a:p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Font typeface="Arial"/>
              <a:buNone/>
            </a:pPr>
            <a:r>
              <a:rPr b="1" lang="en-US" sz="5900">
                <a:solidFill>
                  <a:schemeClr val="lt1"/>
                </a:solidFill>
              </a:rPr>
              <a:t>He has won the victory.</a:t>
            </a:r>
            <a:endParaRPr b="1" sz="5900">
              <a:solidFill>
                <a:schemeClr val="lt1"/>
              </a:solidFill>
            </a:endParaRP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1"/>
        </a:solidFill>
      </p:bgPr>
    </p:bg>
    <p:spTree>
      <p:nvGrpSpPr>
        <p:cNvPr id="167" name="Shape 1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" name="Google Shape;168;g385e696d5b2_0_59"/>
          <p:cNvSpPr txBox="1"/>
          <p:nvPr>
            <p:ph type="title"/>
          </p:nvPr>
        </p:nvSpPr>
        <p:spPr>
          <a:xfrm>
            <a:off x="152400" y="152400"/>
            <a:ext cx="8839200" cy="6553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Font typeface="Arial"/>
              <a:buNone/>
            </a:pPr>
            <a:r>
              <a:rPr b="1" lang="en-US" sz="5900">
                <a:solidFill>
                  <a:schemeClr val="lt1"/>
                </a:solidFill>
              </a:rPr>
              <a:t>Jesus is my healer. </a:t>
            </a:r>
            <a:endParaRPr b="1" sz="5900">
              <a:solidFill>
                <a:schemeClr val="lt1"/>
              </a:solidFill>
            </a:endParaRPr>
          </a:p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Font typeface="Arial"/>
              <a:buNone/>
            </a:pPr>
            <a:r>
              <a:rPr b="1" lang="en-US" sz="5900">
                <a:solidFill>
                  <a:schemeClr val="lt1"/>
                </a:solidFill>
              </a:rPr>
              <a:t>He has won the victory!</a:t>
            </a:r>
            <a:endParaRPr b="1" sz="5900">
              <a:solidFill>
                <a:schemeClr val="lt1"/>
              </a:solidFill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Default Design">
  <a:themeElements>
    <a:clrScheme name="Default Design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BBE0E3"/>
      </a:accent4>
      <a:accent5>
        <a:srgbClr val="333399"/>
      </a:accent5>
      <a:accent6>
        <a:srgbClr val="FFFFFF"/>
      </a:accent6>
      <a:hlink>
        <a:srgbClr val="009999"/>
      </a:hlink>
      <a:folHlink>
        <a:srgbClr val="99CC0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1601-01-01T00:00:00Z</dcterms:creat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Version">
    <vt:i4>1</vt:i4>
  </property>
</Properties>
</file>