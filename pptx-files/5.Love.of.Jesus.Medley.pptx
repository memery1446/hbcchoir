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iKA/BK1A+nOJaYf9D/hQ9fhvAF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e472c13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be472c13c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e472c13c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be472c13cf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e472c13c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be472c13c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e472c13c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be472c13cf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e472c13c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be472c13c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e472c13c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be472c13cf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e472c13c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e472c13cf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e472c13c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be472c13cf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e472c13c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be472c13cf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e472c13c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be472c13cf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e472c13c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be472c13cf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8" name="Google Shape;38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4" name="Google Shape;44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5" name="Google Shape;4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6" name="Google Shape;56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7" name="Google Shape;57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4" name="Google Shape;64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900" u="sng">
                <a:solidFill>
                  <a:schemeClr val="lt1"/>
                </a:solidFill>
              </a:rPr>
              <a:t>The Love of Jesus </a:t>
            </a:r>
            <a:endParaRPr b="1" sz="5900" u="sng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900" u="sng">
                <a:solidFill>
                  <a:schemeClr val="lt1"/>
                </a:solidFill>
              </a:rPr>
              <a:t>Medley</a:t>
            </a:r>
            <a:endParaRPr b="1" sz="59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914400" y="4114800"/>
            <a:ext cx="7315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Eliza E. Hewitt</a:t>
            </a:r>
            <a:r>
              <a:rPr lang="en-US" sz="1800">
                <a:solidFill>
                  <a:schemeClr val="lt1"/>
                </a:solidFill>
              </a:rPr>
              <a:t> |</a:t>
            </a: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John R.</a:t>
            </a:r>
            <a:r>
              <a:rPr lang="en-US" sz="1800">
                <a:solidFill>
                  <a:schemeClr val="lt1"/>
                </a:solidFill>
              </a:rPr>
              <a:t> Sweeney|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Andraé Crouch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More About Jesus: Words and Music Public domain</a:t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The Blood Will Never Lose Its Power: </a:t>
            </a: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1966. Renewed 1994 by Manna Music, Inc. (ASCAP) 35255 Brooten Road, Pacific City, OR 97135.All rights reserved. Used by permission.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e472c13cf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More about Jesus would I know,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m</a:t>
            </a:r>
            <a:r>
              <a:rPr b="1" i="0" lang="en-US" sz="5900" u="none">
                <a:solidFill>
                  <a:schemeClr val="lt1"/>
                </a:solidFill>
              </a:rPr>
              <a:t>ore of His grace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to others show,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e472c13cf_0_3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More of His saving fullness see,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m</a:t>
            </a:r>
            <a:r>
              <a:rPr b="1" i="0" lang="en-US" sz="5900" u="none">
                <a:solidFill>
                  <a:schemeClr val="lt1"/>
                </a:solidFill>
              </a:rPr>
              <a:t>ore of His love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who died for me.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e472c13cf_0_4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More,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more about Jesus</a:t>
            </a:r>
            <a:r>
              <a:rPr b="1" lang="en-US" sz="5900">
                <a:solidFill>
                  <a:schemeClr val="lt1"/>
                </a:solidFill>
              </a:rPr>
              <a:t>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More,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more about Jesus!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e472c13cf_0_37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More of His saving fullness see,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m</a:t>
            </a:r>
            <a:r>
              <a:rPr b="1" i="0" lang="en-US" sz="5900" u="none">
                <a:solidFill>
                  <a:schemeClr val="lt1"/>
                </a:solidFill>
              </a:rPr>
              <a:t>ore of His love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who died for me.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e472c13cf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More about Jesus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let me learn,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m</a:t>
            </a:r>
            <a:r>
              <a:rPr b="1" i="0" lang="en-US" sz="5900" u="none">
                <a:solidFill>
                  <a:schemeClr val="lt1"/>
                </a:solidFill>
              </a:rPr>
              <a:t>ore of His holy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will discern.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e472c13cf_0_4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Spirit of God,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my </a:t>
            </a: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i="0" lang="en-US" sz="5900" u="none">
                <a:solidFill>
                  <a:schemeClr val="lt1"/>
                </a:solidFill>
              </a:rPr>
              <a:t>eacher be,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s</a:t>
            </a:r>
            <a:r>
              <a:rPr b="1" i="0" lang="en-US" sz="5900" u="none">
                <a:solidFill>
                  <a:schemeClr val="lt1"/>
                </a:solidFill>
              </a:rPr>
              <a:t>howing the things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Christ to me!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e472c13cf_0_45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More,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more about Jesus</a:t>
            </a:r>
            <a:r>
              <a:rPr b="1" lang="en-US" sz="5900">
                <a:solidFill>
                  <a:schemeClr val="lt1"/>
                </a:solidFill>
              </a:rPr>
              <a:t>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More,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more about Jesus!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e472c13cf_0_49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More of His saving fullness see,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m</a:t>
            </a:r>
            <a:r>
              <a:rPr b="1" i="0" lang="en-US" sz="5900" u="none">
                <a:solidFill>
                  <a:schemeClr val="lt1"/>
                </a:solidFill>
              </a:rPr>
              <a:t>ore of His love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who died for me.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e472c13cf_0_53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</a:t>
            </a:r>
            <a:r>
              <a:rPr b="1" i="0" lang="en-US" sz="5900" u="none">
                <a:solidFill>
                  <a:schemeClr val="lt1"/>
                </a:solidFill>
              </a:rPr>
              <a:t>ore of His love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who died for me.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e472c13cf_0_5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His Love</a:t>
            </a:r>
            <a:r>
              <a:rPr b="1" i="0" lang="en-US" sz="5900" u="none">
                <a:solidFill>
                  <a:schemeClr val="lt1"/>
                </a:solidFill>
              </a:rPr>
              <a:t> reaches to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highest mountain.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It flows to the lowest valley.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e472c13cf_0_61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t</a:t>
            </a:r>
            <a:r>
              <a:rPr b="1" i="0" lang="en-US" sz="5900" u="none">
                <a:solidFill>
                  <a:schemeClr val="lt1"/>
                </a:solidFill>
              </a:rPr>
              <a:t>he blood that gives me strength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from day to day,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It will never lose its pow’r.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"/>
          <p:cNvSpPr txBox="1"/>
          <p:nvPr>
            <p:ph type="title"/>
          </p:nvPr>
        </p:nvSpPr>
        <p:spPr>
          <a:xfrm>
            <a:off x="152400" y="2286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blood that Jesus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shed for 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w</a:t>
            </a:r>
            <a:r>
              <a:rPr b="1" i="0" lang="en-US" sz="5900" u="none">
                <a:solidFill>
                  <a:schemeClr val="lt1"/>
                </a:solidFill>
              </a:rPr>
              <a:t>ay back on Calvary,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blood that gives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me strength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from day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to day,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i</a:t>
            </a:r>
            <a:r>
              <a:rPr b="1" i="0" lang="en-US" sz="5900" u="none">
                <a:solidFill>
                  <a:schemeClr val="lt1"/>
                </a:solidFill>
              </a:rPr>
              <a:t>t will never lose its pow’r.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It reaches to the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highest mountain.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It flows to the lowest valley.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t</a:t>
            </a:r>
            <a:r>
              <a:rPr b="1" i="0" lang="en-US" sz="5900" u="none">
                <a:solidFill>
                  <a:schemeClr val="lt1"/>
                </a:solidFill>
              </a:rPr>
              <a:t>he blood that gives me strength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from day to day,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It will never lose its pow’r.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It reaches to the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highest mountain.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It flows to the lowest valley.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t</a:t>
            </a:r>
            <a:r>
              <a:rPr b="1" i="0" lang="en-US" sz="5900" u="none">
                <a:solidFill>
                  <a:schemeClr val="lt1"/>
                </a:solidFill>
              </a:rPr>
              <a:t>he blood that gives me strength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from day to day,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It will never lose its pow’r.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It will never,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never,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will never</a:t>
            </a:r>
            <a:r>
              <a:rPr b="1" i="0" lang="en-US" sz="5900" u="none">
                <a:solidFill>
                  <a:schemeClr val="lt1"/>
                </a:solidFill>
              </a:rPr>
              <a:t> lose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its pow’r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never lose its pow’r!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