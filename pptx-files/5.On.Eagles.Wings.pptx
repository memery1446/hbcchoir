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j0N2Oc62IvkpwK0UXXBTt1m+Zb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e65c9da3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ce65c9da3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ca1bd1958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ca1bd19589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e65c9da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ce65c9da3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a1bd1958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ca1bd1958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e65c9da3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ce65c9da30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e65c9da3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ce65c9da30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On Eagle’s Wings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Words and Music by Michael Joncas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Copyright 1979 OCP, 5536 NE Hassalo, Portland, OR 97213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 All rights reserved. Used by permission.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CCLI # 155095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You who dwell in the shelter of the Lord,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who abide in his shadow for life,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say to the Lord, “My refuge,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my Rock, in whom I trust.”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And He will raise you up on eagle’s wings,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bear you on the breath of dawn,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make you to shine like the sun,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and hold you in the palm of His hand.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The snare of the fowler will never capture you,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and famine will bring you no fear: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under His wings your refuge,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his faithfulness your shield.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e65c9da30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And He will raise you up on eagle’s wings,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bear you on the breath of dawn,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make you to shine like the sun,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and hold you in the palm of His hand.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a1bd19589_0_4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You need not fear the terror of the night,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nor the arrow that flies by day.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Though thousands fall about you,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near you it shall not come.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e65c9da30_0_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And He will raise you up on eagle’s wings,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bear you on the breath of dawn,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make you to shine like the sun,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and hold you in the palm of His hand.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a1bd19589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For to his angels he’s given a command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to guard you in all of your ways;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upon their hands they will bear you up,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lest you dash your foot against a stone.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e65c9da30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And He will raise you up on eagle’s wings,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bear you on the breath of dawn,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make you to shine like the sun,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and hold you in the palm of His hand.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e65c9da30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And hold you,</a:t>
            </a:r>
            <a:endParaRPr b="1"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hold you in the palm of His hand.</a:t>
            </a:r>
            <a:endParaRPr b="1"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