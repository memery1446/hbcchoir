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g/a90SAPK1Sm28oNjGn9zBDMf8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" name="Google Shape;3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e566d6a7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g3ee566d6a73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ee566d6a7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" name="Google Shape;47;g3ee566d6a73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e566d6a7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g3ee566d6a73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e566d6a7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ee566d6a73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e566d6a7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ee566d6a73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e566d6a7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ee566d6a73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e566d6a7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ee566d6a73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e566d6a7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ee566d6a73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e566d6a7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ee566d6a73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2E1E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2E1E"/>
            </a:gs>
          </a:gsLst>
          <a:lin ang="5400000" scaled="0"/>
        </a:gra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 txBox="1"/>
          <p:nvPr>
            <p:ph type="ctrTitle"/>
          </p:nvPr>
        </p:nvSpPr>
        <p:spPr>
          <a:xfrm>
            <a:off x="685800" y="2209800"/>
            <a:ext cx="7772400" cy="1219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61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Patriotic Medley</a:t>
            </a:r>
            <a:endParaRPr sz="6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 txBox="1"/>
          <p:nvPr>
            <p:ph idx="1" type="subTitle"/>
          </p:nvPr>
        </p:nvSpPr>
        <p:spPr>
          <a:xfrm>
            <a:off x="914400" y="4642335"/>
            <a:ext cx="7315200" cy="19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Words and Music: various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i="0" sz="9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0" lang="en-US" sz="1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Copyright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1999 New Spring Publishing, Inc. (ASCAP), a div. of Brentwood-Benson Music Publishing, Inc.</a:t>
            </a:r>
            <a:r>
              <a:rPr i="0" lang="en-US" sz="1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0" lang="en-US" sz="1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rights reserved. Used by permission.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7924800" y="6034087"/>
            <a:ext cx="121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Glory! Glory! Hallelujah!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His truth is marching on.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ee566d6a73_0_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Mine eyes have seen the glory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the coming of the Lord.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is trampling out the vintage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where the grapes of wrath are stored.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ee566d6a73_0_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hath loosed the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fateful lightning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His terrible swift sword.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His </a:t>
            </a: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truth is marching on.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ee566d6a73_0_2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Glory! Glory! Hallelujah!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Glory! Glory! Hallelujah!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Glory! Glory! Hallelujah!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His truth is marching on.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e566d6a73_0_13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the beauty of the lilies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was born across the sea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 a glory in His bosom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that transfigures you and me.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e566d6a73_0_1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 He died to make men holy,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us live to make men free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while God is marching on.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e566d6a73_0_33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Glory! Glory! Hallelujah!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Glory! Glory! Hallelujah!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Glory! Glory! Hallelujah!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His truth is marching on.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His truth is marching on.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e566d6a73_0_21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beautiful for spacious skies,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amber waves of grain,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purple mountain majesties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above the fruited plain!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e566d6a73_0_2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America! America!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God shed His grace on thee,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crown thy good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 brotherhood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sea to shining sea!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-US" sz="3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(repeat)</a:t>
            </a:r>
            <a:endParaRPr i="1" sz="3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e566d6a73_0_3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America! America!</a:t>
            </a:r>
            <a:endParaRPr i="1" sz="3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