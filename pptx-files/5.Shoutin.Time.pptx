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jOWldzqCc7CVypXkqScfI5yVCh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0f53256f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80f53256f6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0f53256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80f53256f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0f53256f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80f53256f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0f53256f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80f53256f6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0f53256f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80f53256f6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0f53256f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80f53256f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0f53256f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80f53256f6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0f53256f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80f53256f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0f53256f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80f53256f6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0f53256f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80f53256f6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0f53256f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80f53256f6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0f53256f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80f53256f6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0f53256f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80f53256f6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85002B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900" u="sng">
                <a:solidFill>
                  <a:schemeClr val="lt1"/>
                </a:solidFill>
              </a:rPr>
              <a:t>Shoutin’ Time</a:t>
            </a:r>
            <a:endParaRPr b="1" sz="5900"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00100" y="4191000"/>
            <a:ext cx="75438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900">
                <a:solidFill>
                  <a:schemeClr val="lt1"/>
                </a:solidFill>
              </a:rPr>
              <a:t>Traditional, arranged by Russell Mauldin</a:t>
            </a:r>
            <a:endParaRPr sz="1900"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</a:t>
            </a:r>
            <a:r>
              <a:rPr lang="en-US" sz="1900">
                <a:solidFill>
                  <a:schemeClr val="lt1"/>
                </a:solidFill>
              </a:rPr>
              <a:t>2004 New Spring Publishing, Inc. (ASCAP).</a:t>
            </a: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 sz="1900"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900">
                <a:solidFill>
                  <a:schemeClr val="lt1"/>
                </a:solidFill>
              </a:rPr>
              <a:t>155095</a:t>
            </a:r>
            <a:endParaRPr sz="1900"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will arise and go to Jesus.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will embrace me in His arms.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the arms of Christ, my Savior,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oh, there are ten thousand charms.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shoutin’ time in heaven;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 sinner once lost is found.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shoutin’ time in heaven;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salvation has been brought down.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 wonder the angels rejoice to know,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sins have been covered by the crimson flow and now I’m feeling fine.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walkin’ up the highway with my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name is written down in the courts above.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0f53256f6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shoutin’ time in heaven!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yes, it’s shoutin’ time.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0f53256f6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ye weary heavy laden,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lost and ruined by the fall.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If you tarry till you’re better,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will never come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at all.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0f53256f6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shoutin’ time in heaven;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 sinner once lost is found.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0f53256f6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shoutin’ time in heaven;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salvation has been brought down.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0f53256f6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 wonder the angels rejoice to know,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sins have been covered by the crimson flow and now I’m feeling fine.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0f53256f6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walkin’ up the highway with my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name is written down in the courts above.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0f53256f6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shoutin’ time in heaven!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yes, it’s shoutin’ time.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0f53256f6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shoutin’ time in heaven;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 sinner once lost is found.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0f53256f6_0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shoutin’ time in heaven;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salvation has been brought down.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0f53256f6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 wonder the angels rejoice to know,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sins have been covered by the crimson flow and now I’m feeling fine.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0f53256f6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walkin’ up the highway with my Lord.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name is written down in the courts above.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0f53256f6_0_4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shoutin’ time in heaven!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yes, it’s shoutin’ time.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0f53256f6_0_4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shoutin’ time in heaven!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yes, it’s shoutin’ time.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