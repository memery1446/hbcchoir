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+hAWVZKoI3riOFXiIr/XMdORu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ffa43c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g3cffa43c0a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ffa43c0a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cffa43c0a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ffa43c0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g3cffa43c0a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0f23a78c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80f23a78c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ffa43c0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cffa43c0a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ffa43c0a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cffa43c0a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0f23a78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80f23a78c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fa43c0a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cffa43c0a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a43c0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cffa43c0a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0f23a78c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80f23a78c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ffa43c0a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cffa43c0a3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fa43c0a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cffa43c0a3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Psalm 34: </a:t>
            </a:r>
            <a:endParaRPr sz="5400" u="sng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Taste and See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Text: Psalm 34:9a, 2-3, 4-5, 10; Music: James E. Moore, Jr.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-US" sz="1800">
                <a:solidFill>
                  <a:schemeClr val="lt1"/>
                </a:solidFill>
              </a:rPr>
              <a:t>Copyright 1983, GIA Publications.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ffa43c0a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O, t</a:t>
            </a:r>
            <a:r>
              <a:rPr b="1" lang="en-US" sz="5900">
                <a:solidFill>
                  <a:schemeClr val="lt1"/>
                </a:solidFill>
              </a:rPr>
              <a:t>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cffa43c0a3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ffa43c0a3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O, 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0f23a78c2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bless the Lord at all times.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praise shall always be on my lips.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soul shall glory in the Lord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He has been so good to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fa43c0a3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fa43c0a3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O, 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0f23a78c2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Glorify the Lord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Together let us all praise His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called the Lord and He answered me;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from all my troubles He set me free!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fa43c0a3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a43c0a3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O, 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Worship 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you people.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You’ll want for nothing if you ask.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0f23a78c2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 that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is good.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him we need put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our trust.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ffa43c0a3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O, taste and see,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taste and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goodness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ffa43c0a3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lang="en-US" sz="5900">
                <a:solidFill>
                  <a:schemeClr val="lt1"/>
                </a:solidFill>
              </a:rPr>
              <a:t>he goodness of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