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055">
          <p15:clr>
            <a:srgbClr val="000000"/>
          </p15:clr>
        </p15:guide>
        <p15:guide id="2" pos="2870">
          <p15:clr>
            <a:srgbClr val="000000"/>
          </p15:clr>
        </p15:guide>
        <p15:guide id="3" pos="2976">
          <p15:clr>
            <a:srgbClr val="747775"/>
          </p15:clr>
        </p15:guide>
        <p15:guide id="4" pos="3072">
          <p15:clr>
            <a:srgbClr val="747775"/>
          </p15:clr>
        </p15:guide>
      </p15:sldGuideLst>
    </p:ext>
    <p:ext uri="GoogleSlidesCustomDataVersion2">
      <go:slidesCustomData xmlns:go="http://customooxmlschemas.google.com/" r:id="rId16" roundtripDataSignature="AMtx7mgcW5L6zarFFh0gUudZ+Lfy2PWT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055" orient="horz"/>
        <p:guide pos="2870"/>
        <p:guide pos="2976"/>
        <p:guide pos="30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cc08c4dc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g3cc08c4dc3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cc08c4dc3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g3cc08c4dc3e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cc08c4dc3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g3cc08c4dc3e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c0813a5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cc0813a5c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c08c4dc3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cc08c4dc3e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c08c4dc3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cc08c4dc3e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c0813a5c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cc0813a5cd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Psalm 27: </a:t>
            </a:r>
            <a:endParaRPr sz="5400" u="sng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The Lord Is My Light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Based on Psalm 27. Music by Christopher Walker.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1995, Christopher Walker.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The Lord is my light,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my help, my salvation.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Why should I fear?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With God I fear no one.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God protects me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all my life.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With the Lord what should I dread?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cc08c4dc3e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The Lord is my light,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the Lord is my help,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the Lord is my salvation.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cc08c4dc3e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There is one thing I ask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of the Lord that I long for: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All of my days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with God to be dwelling,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c08c4dc3e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Gazing with awe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at the beauty of God,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and in wonder look on God’s house.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c0813a5cd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The Lord is my light,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the Lord is my help,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the Lord is my salvation.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c08c4dc3e_0_2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I know I will live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to see the Lord’s goodness.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Now, in this life,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I’m sure I will see it.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c08c4dc3e_0_1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Trust in the Lord,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be strong and be brave;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wait in hope for God,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our salvation.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c0813a5cd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The Lord is my light,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the Lord is my help,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the Lord is my salvation.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i="1" lang="en-US" sz="5300">
                <a:solidFill>
                  <a:schemeClr val="lt1"/>
                </a:solidFill>
              </a:rPr>
              <a:t>(sing 2x)</a:t>
            </a:r>
            <a:endParaRPr i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