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iZdJTi5ktUbZYoyWVnm5TqcFiM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caa58df1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g3caa58df12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ca1bd1958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g3ca1bd19589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aa58df12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g3caa58df123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28"/>
            </a:gs>
            <a:gs pos="100000">
              <a:srgbClr val="B3001C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5908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 u="sng">
                <a:solidFill>
                  <a:schemeClr val="lt1"/>
                </a:solidFill>
              </a:rPr>
              <a:t>The Lord Is My Shepherd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38200" y="4267200"/>
            <a:ext cx="7391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</a:t>
            </a:r>
            <a:r>
              <a:rPr lang="en-US" sz="1800">
                <a:solidFill>
                  <a:schemeClr val="lt1"/>
                </a:solidFill>
              </a:rPr>
              <a:t>and Music by Joshua Blakesley; Psalm 23:1-3, 3-4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1998, 2003, Joshua Blakesley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 Used by permission.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198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The Lord is my shepherd;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there is nothing I shall want.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i="1" lang="en-US">
                <a:solidFill>
                  <a:schemeClr val="lt1"/>
                </a:solidFill>
              </a:rPr>
              <a:t>(sing 4x)</a:t>
            </a:r>
            <a:endParaRPr i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He lets me rest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In open fields so green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He leads me to the quiet stream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He gives me strength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And guides me in his ways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He renews his promises each day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caa58df123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The Lord is my shepherd;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there is nothing I shall want.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i="1" lang="en-US">
                <a:solidFill>
                  <a:schemeClr val="lt1"/>
                </a:solidFill>
              </a:rPr>
              <a:t>(sing 2x)</a:t>
            </a:r>
            <a:endParaRPr i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He is my guide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My shepherd and my king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And in my fear he offers peace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a1bd19589_0_4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Though I walk through the valley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I will not be afraid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You will protect me; I’ll be saved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aa58df123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The Lord is my shepherd;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there is nothing I shall want.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i="1" lang="en-US">
                <a:solidFill>
                  <a:schemeClr val="lt1"/>
                </a:solidFill>
              </a:rPr>
              <a:t>(sing 4x)</a:t>
            </a:r>
            <a:endParaRPr i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