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Srr32IN0tkFkACM2Pq70N4aB3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82240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3822401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822401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3822401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3822401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3822401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822401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3822401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1cc41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e31cc417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31cc417e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31cc417e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1cc417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e31cc417e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1cc417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31cc417e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822401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3822401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What a Beautiful Name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Ben Fielding | Brooke Ligertwood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2016 Hillsong Music Publishing Australia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were the Word at the beginning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One with God the Lord Most High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 hidden glory in creation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revealed in You our Christ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 my King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compares to this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didn't want heaven without us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So Jesus You brought heaven down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My sin was great Your love was greater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could separate us now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 my King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compares to this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Death could not hold You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veil tore before You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silence the boast of sin and grave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822401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heavens are roaring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praise of Your glory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For You are raised to life again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822401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rival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equal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and forever God You reign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822401b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kingdom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glory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Name above all names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822401b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 my King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28600" y="288925"/>
            <a:ext cx="86868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can stand against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1cc417e2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rival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equal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and forever God You reign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1cc417e2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kingdom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glory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Name above all names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1cc417e2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 my King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1cc417e2_0_1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can stand against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22401b4_0_1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5100">
                <a:solidFill>
                  <a:schemeClr val="lt1"/>
                </a:solidFill>
              </a:rPr>
              <a:t>(sing 2x)</a:t>
            </a:r>
            <a:endParaRPr i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