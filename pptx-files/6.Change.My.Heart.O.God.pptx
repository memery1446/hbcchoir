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3" roundtripDataSignature="AMtx7mjRDzf67Ce/cfFEbK6f14fadPP1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customschemas.google.com/relationships/presentationmetadata" Target="metadata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c312aa95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g3c312aa953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312aa953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c312aa9537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312aa953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g3c312aa9537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373752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373752"/>
            </a:gs>
          </a:gsLst>
          <a:lin ang="5400000" scaled="0"/>
        </a:gra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"/>
          <p:cNvSpPr txBox="1"/>
          <p:nvPr>
            <p:ph type="ctrTitle"/>
          </p:nvPr>
        </p:nvSpPr>
        <p:spPr>
          <a:xfrm>
            <a:off x="685800" y="24384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0" i="0" lang="en-US" sz="4800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Change My Heart, O God</a:t>
            </a:r>
            <a:endParaRPr/>
          </a:p>
        </p:txBody>
      </p:sp>
      <p:sp>
        <p:nvSpPr>
          <p:cNvPr id="33" name="Google Shape;33;p1"/>
          <p:cNvSpPr txBox="1"/>
          <p:nvPr>
            <p:ph idx="1" type="subTitle"/>
          </p:nvPr>
        </p:nvSpPr>
        <p:spPr>
          <a:xfrm>
            <a:off x="723900" y="4191000"/>
            <a:ext cx="7696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Eddie Espinosa</a:t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1982 by Mercy/Vineyard Publishing (ASCAP) (admin. In North America by Music Services, Inc. obo Vineyard Music USA). </a:t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/>
          </a:p>
          <a:p>
            <a:pPr indent="0" lvl="0" marL="0" rtl="0" algn="ctr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lang="en-US" sz="1800">
                <a:solidFill>
                  <a:schemeClr val="lt1"/>
                </a:solidFill>
              </a:rPr>
              <a:t>155095</a:t>
            </a:r>
            <a:endParaRPr/>
          </a:p>
        </p:txBody>
      </p:sp>
      <p:sp>
        <p:nvSpPr>
          <p:cNvPr id="34" name="Google Shape;34;p1"/>
          <p:cNvSpPr txBox="1"/>
          <p:nvPr/>
        </p:nvSpPr>
        <p:spPr>
          <a:xfrm>
            <a:off x="7696200" y="59436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Change my heart,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 God.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Make it ever true.</a:t>
            </a:r>
            <a:endParaRPr b="1" sz="5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c312aa9537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Change my heart,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 God</a:t>
            </a:r>
            <a:r>
              <a:rPr b="1" lang="en-US" sz="5900">
                <a:solidFill>
                  <a:schemeClr val="lt1"/>
                </a:solidFill>
              </a:rPr>
              <a:t>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May I be like You.</a:t>
            </a:r>
            <a:endParaRPr b="1" sz="5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You are the Potter,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I am the clay;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m</a:t>
            </a:r>
            <a:r>
              <a:rPr b="1" i="0" lang="en-US" sz="5900" u="none">
                <a:solidFill>
                  <a:schemeClr val="lt1"/>
                </a:solidFill>
              </a:rPr>
              <a:t>old me and make me</a:t>
            </a:r>
            <a:r>
              <a:rPr b="1" lang="en-US" sz="5900">
                <a:solidFill>
                  <a:schemeClr val="lt1"/>
                </a:solidFill>
              </a:rPr>
              <a:t>,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lang="en-US" sz="5900">
                <a:solidFill>
                  <a:schemeClr val="lt1"/>
                </a:solidFill>
              </a:rPr>
              <a:t>t</a:t>
            </a:r>
            <a:r>
              <a:rPr b="1" i="0" lang="en-US" sz="5900" u="none">
                <a:solidFill>
                  <a:schemeClr val="lt1"/>
                </a:solidFill>
              </a:rPr>
              <a:t>his is what I pray.</a:t>
            </a:r>
            <a:endParaRPr b="1" sz="5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c312aa9537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Change my heart,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 God.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Make it ever true.</a:t>
            </a:r>
            <a:endParaRPr b="1" sz="5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312aa9537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Change my heart, </a:t>
            </a:r>
            <a:endParaRPr b="1" i="0" sz="5900" u="none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</a:rPr>
              <a:t>O God</a:t>
            </a:r>
            <a:r>
              <a:rPr b="1" lang="en-US" sz="5900">
                <a:solidFill>
                  <a:schemeClr val="lt1"/>
                </a:solidFill>
              </a:rPr>
              <a:t>.</a:t>
            </a:r>
            <a:br>
              <a:rPr b="1" i="0" lang="en-US" sz="5900" u="none">
                <a:solidFill>
                  <a:schemeClr val="lt1"/>
                </a:solidFill>
              </a:rPr>
            </a:br>
            <a:r>
              <a:rPr b="1" i="0" lang="en-US" sz="5900" u="none">
                <a:solidFill>
                  <a:schemeClr val="lt1"/>
                </a:solidFill>
              </a:rPr>
              <a:t>May I be like You.</a:t>
            </a:r>
            <a:endParaRPr b="1" sz="5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6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