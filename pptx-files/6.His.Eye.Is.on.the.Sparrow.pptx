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qSoMc72a1BlOllvLKGJmVtet0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7324a287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7324a2870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324a2870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7324a28703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324a2870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7324a28703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324a2870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7324a28703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324a2870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7324a28703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324a2870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7324a28703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324a2870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7324a28703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324a2870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7324a28703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324a2870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7324a28703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324a2870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7324a28703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324a2870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7324a28703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 Eye Is on the Sparrow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800100" y="4038600"/>
            <a:ext cx="75438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Civilla D. Martin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 by Charles H. Gabriel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public domain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7848600" y="6034087"/>
            <a:ext cx="12954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Why should I feel discouraged?</a:t>
            </a:r>
            <a:b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Why should the shadows come?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7324a28703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Why should my heart be lonely,</a:t>
            </a:r>
            <a:b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And long for heav’n and home,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When Jesus is my portion?</a:t>
            </a:r>
            <a:b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My constant Friend </a:t>
            </a:r>
            <a:endParaRPr b="1" i="0" sz="54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is He.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His eye is on the sparrow,</a:t>
            </a:r>
            <a:b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And I know He watches me.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324a28703_0_1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His eye is on the sparrow,</a:t>
            </a:r>
            <a:b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And I know He watches me.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 sing because I’m happy,</a:t>
            </a:r>
            <a:b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 sing because I’m free.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324a28703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For His eye is on the sparrow,</a:t>
            </a:r>
            <a:b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And I know He watches me.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lang="en-US" sz="5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“</a:t>
            </a: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Let not your heart </a:t>
            </a:r>
            <a:endParaRPr b="1" i="0" sz="54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be troubled,</a:t>
            </a:r>
            <a:r>
              <a:rPr b="1" lang="en-US" sz="5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”</a:t>
            </a:r>
            <a:b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His tender words I hear.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324a28703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And resting on His goodness,</a:t>
            </a:r>
            <a:b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 lose my doubt </a:t>
            </a:r>
            <a:endParaRPr b="1" i="0" sz="54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and fear.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lang="en-US" sz="5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Though </a:t>
            </a: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by the path He leadeth</a:t>
            </a:r>
            <a:b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But one step I </a:t>
            </a:r>
            <a:endParaRPr b="1" i="0" sz="54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may see.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324a28703_0_2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His eye is on the sparrow,</a:t>
            </a:r>
            <a:b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And I know He watches me.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324a28703_0_3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His eye is on the sparrow,</a:t>
            </a:r>
            <a:b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And I know He watches me.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324a28703_0_2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 sing because I’m happy,</a:t>
            </a:r>
            <a:b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 sing because I’m free.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324a28703_0_3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For His eye is on the sparrow,</a:t>
            </a:r>
            <a:b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And I know He watches me.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324a28703_0_4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 sing because I’m happy,</a:t>
            </a:r>
            <a:b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 sing because I’m free.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324a28703_0_4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For His eye is on the sparrow,</a:t>
            </a:r>
            <a:b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And I know</a:t>
            </a:r>
            <a:r>
              <a:rPr b="1" lang="en-US" sz="5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, I know,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324a28703_0_4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lang="en-US" sz="5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 know He watches me.</a:t>
            </a:r>
            <a:endParaRPr b="1" sz="5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rPr b="1" i="0" lang="en-US" sz="5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He watches me.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