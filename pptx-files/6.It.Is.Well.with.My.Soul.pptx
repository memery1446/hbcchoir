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7R4o5KG6TFjwo06D9TZh/RzGr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 with My Soul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3962400"/>
            <a:ext cx="75438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Horatio G. Spafford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Philip P. Bliss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960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peace, like a river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attendeth my way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sorrows like sea billows roll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Whatever my lot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taught me to say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well, it is well with my soul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(It is well)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(with my soul)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well, it is well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Tho’ Satan should buffet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tho’ trials should come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this blest assurance control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Christ has regarded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helpless estate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hath shed His own blood for my soul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(It is well)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(with my soul)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well, it is well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sin—oh, the bliss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this glorious tho’t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sin—not in part 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the whole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nailed to the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 bear it no more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Praise the Lord, praise the Lord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my soul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(It is well)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(with my soul)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well, it is well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114300" y="152400"/>
            <a:ext cx="8915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And, Lord, haste the day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the faith shall be sight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clouds be rolled back as a scroll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trump shall resound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the Lord shall descend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Even so, it is well with my soul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(It is well)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 </a:t>
            </a: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(with my soul)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well, it is well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my soul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