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v18T+Wk5axw/CHM2RjmxopPp1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5563287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75563287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55632871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755632871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dead63c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bdead63ce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dead63ce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bdead63ce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55632871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755632871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dead63ce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bdead63ce0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81cc710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d81cc710c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81cc710c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d81cc710c1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81cc710c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d81cc710c1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81cc710c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d81cc710c1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81cc710c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d81cc710c1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81cc710c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d81cc710c1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81cc710c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d81cc710c1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81cc710c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d81cc710c1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5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5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574675" y="2133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Jesus, My Friend</a:t>
            </a:r>
            <a:endParaRPr b="1" sz="5400" u="sng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Medley</a:t>
            </a:r>
            <a:endParaRPr b="1" sz="54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What a friend we have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Jesus,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 our sins and griefs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bear!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755632871e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What a privilege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carry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ev’rything to God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prayer!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152400" y="290512"/>
            <a:ext cx="8839200" cy="6276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 what peace we often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forfeit,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 what needless pain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we bear,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55632871e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All because we do not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carry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ev’rything to God 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in prayer.</a:t>
            </a:r>
            <a:endParaRPr b="1" sz="5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Are we weak and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heavy laden,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cumbered with a load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of care?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dead63ce0_0_0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Precious Savior,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still our refuge;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take it to the Lord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prayer.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dead63ce0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Do thy friends despise,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forsake thee?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Take it to the Lord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prayer!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55632871e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His arms He’ll take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shield thee.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Thou wilt find a solace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there.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dead63ce0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Alleluia, Alleluia!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Alleluia, Alleluia!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Alleluia! Alleluia!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Alleluia! Alleluia!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i="1" lang="en-US" sz="5000">
                <a:solidFill>
                  <a:schemeClr val="lt1"/>
                </a:solidFill>
              </a:rPr>
              <a:t>(sing 4x)</a:t>
            </a:r>
            <a:endParaRPr b="1" i="1" sz="5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81cc710c1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Sweet hour of prayer!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Sweet hour of prayer!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that calls me from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 world of care,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81cc710c1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bids me at my Father’s throne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make all my wants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wishes known.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81cc710c1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seasons of distress and grief,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soul has often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found relief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81cc710c1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oft escaped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tempter’s snare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by thy return,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sweet hour of prayer!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81cc710c1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Sweet hour of prayer!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Sweet hour of prayer!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thy wings shall my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petition bear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81cc710c1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Him whose truth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faithfulness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engage the waiting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soul to bless.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81cc710c1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since He bids 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seek His face,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believe His Word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trust His grace,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81cc710c1_0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I’ll cast on him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ev’ry care,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wait for thee,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sweet hour of prayer!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