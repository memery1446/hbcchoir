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6ZpYFovKKmhEfmn1pnCjTzZ71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0423c156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80423c156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0423c156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80423c1560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0423c156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80423c1560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0423c156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80423c1560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228600" y="2438400"/>
            <a:ext cx="8686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Oh, How He Loves You and Me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Kurt Kaiser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1975 Word Music, LLC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Oh, how He loves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and me.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Oh, how He loves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and me!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0423c1560_1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gave His life.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W</a:t>
            </a:r>
            <a:r>
              <a:rPr b="1" i="0" lang="en-US" sz="5900" u="none">
                <a:solidFill>
                  <a:schemeClr val="lt1"/>
                </a:solidFill>
              </a:rPr>
              <a:t>hat more could He give?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how He loves you.</a:t>
            </a:r>
            <a:br>
              <a:rPr b="1" lang="en-US" sz="5900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Oh, how He loves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0423c1560_1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how He loves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and me!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to Calv’ry did go.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His love for mankind to show.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0423c1560_1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What He did there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brought hope from despair.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Oh, how He loves you.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Oh, how He loves me.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0423c1560_1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Oh, how He loves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and me!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