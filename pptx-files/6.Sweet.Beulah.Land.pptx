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wp5KEZyFnANENjGN6vz7vMZkf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755659a7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755659a7a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55659a7a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755659a7a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55659a7a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755659a7a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55659a7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755659a7a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57e975e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7557e975e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557e975e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7557e975e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57e975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7557e975e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557e975e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7557e975e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557e975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7557e975e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Sweet </a:t>
            </a:r>
            <a:r>
              <a:rPr b="1" lang="en-US" sz="5400" u="sng">
                <a:solidFill>
                  <a:schemeClr val="lt1"/>
                </a:solidFill>
              </a:rPr>
              <a:t>Beulah</a:t>
            </a:r>
            <a:r>
              <a:rPr b="1" lang="en-US" sz="5400" u="sng">
                <a:solidFill>
                  <a:schemeClr val="lt1"/>
                </a:solidFill>
              </a:rPr>
              <a:t> Land</a:t>
            </a:r>
            <a:endParaRPr b="1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419600"/>
            <a:ext cx="7543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Squire Parsons, Jr.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Arranged by Russell Maudlin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Copyright 1979 Kingsmen Publishing Co.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Beulah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55659a7a0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kind of homesick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a country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which I’ve never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been before.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sad goodbyes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will there be spoken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time won’t matter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anymore.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755659a7a0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longing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some day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thee I’ll stand.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my home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shall be eternal.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Beulah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55659a7a0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looking now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across that river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where my faith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will end in sight.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55659a7a0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just a few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more days to labor,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then I will take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heav’nly flight.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557e975e2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longing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some day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thee I’ll stand.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57e975e2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my home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shall be eternal.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Beulah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557e975e2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557e975e2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557e975e2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Beulah Land,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Beulah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