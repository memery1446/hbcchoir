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jxAdiaqCnAXR8QhA5027Xaf4RW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492a4c2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e492a4c20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93f0689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e493f06891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92a4c2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e492a4c20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493f0689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e493f06891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93f0689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e493f06891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92a4c20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e492a4c202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92a4c2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e492a4c20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92a4c20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e492a4c202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92a4c20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e492a4c20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93f0689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e493f06891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93f0689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e493f06891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493f0689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e493f06891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493f0689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e493f06891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93f0689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e493f06891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493f0689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e493f06891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493f0689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e493f06891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493f0689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e493f06891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93f068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e493f0689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493f0689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e493f06891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493f068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493f0689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93f0689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e493f0689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493f068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493f0689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493f0689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e493f0689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493f0689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e493f0689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493f0689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e493f06891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493f0689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e493f06891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93f0689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e493f06891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492a4c20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e492a4c20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492a4c20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e492a4c20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92a4c20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e492a4c202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492a4c20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e492a4c202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493f068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e493f06891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493f0689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e493f06891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493f0689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e493f06891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u="sng">
                <a:solidFill>
                  <a:schemeClr val="lt1"/>
                </a:solidFill>
              </a:rPr>
              <a:t>The Church</a:t>
            </a:r>
            <a:endParaRPr sz="48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14800"/>
            <a:ext cx="7696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Abbie Gamboa | David Funk | Elyssa Figueroa | Gabriel Gamboa | Jenn Johnson | Julian Gamboa | Kristian Stanfill |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Oscar Gamboa | Sebastian Suarez</a:t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2025 Brian and Jenn Publishing; David Funk; Elyssa Marie Music; Juan Sebastian Suarez; Julian Gamboa Publishing; KPS 1.0; Oscar Daniel Gamboa Publishing; sixsteps Music; UR Creative; worshiptogether.com songs; Bethel Music Publishing; Gamboa World, LLC; Remaining portion is unaffiliated. 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the different ways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we see You,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all the ways You move,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the colors and expressions,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 the beauty of Your Church.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92a4c202_0_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 a masterful reflection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when we are unified,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93f06891_0_12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</a:t>
            </a:r>
            <a:r>
              <a:rPr b="1" lang="en-US" sz="5300">
                <a:solidFill>
                  <a:schemeClr val="lt1"/>
                </a:solidFill>
              </a:rPr>
              <a:t>ruly celebrate each other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let go of our pride.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92a4c202_0_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 You would have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 spotless bride.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93f06891_0_12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praise the Father, praise the Son,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Holy Spirit, make us one,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93f06891_0_12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nation,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tribe and tongue.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492a4c202_0_5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We surrender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our agendas,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our preferences,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our plans.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92a4c202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Would You help us work together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be Your feet and hands?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92a4c202_0_6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Our heart is just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know You,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show them who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92a4c202_0_6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Gospel's still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answer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every searching heart.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93f06891_0_11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praise the Father, praise the Son,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Holy Spirit, make us one,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493f06891_0_11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nation,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tribe and tongue.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93f06891_0_8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Brothers, sisters,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under the banner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493f06891_0_9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Mothers, fathers,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under the banner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of Your Name,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93f06891_0_9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Your children,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for the glory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493f06891_0_10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Brothers, sisters,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under the banner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493f06891_0_10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Mothers, fathers,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under the banner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of Your Name,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93f06891_0_10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Your children,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for the glory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493f06891_0_8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praise the Father, praise the Son,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Holy Spirit, make us one,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93f06891_0_8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nation,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tribe and tongue.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493f06891_0_2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praise the Father, praise the Son,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Holy Spirit, make us one,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93f06891_0_2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nation,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tribe and tongue.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493f06891_0_3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Brothers, sisters,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under the banner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493f06891_0_4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Mothers, fathers,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under the banner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of Your Name,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493f06891_0_4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Your children,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for the glory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493f06891_0_4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Brothers, sisters,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under the banner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493f06891_0_5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Mothers, fathers,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under the banner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of Your Name,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493f06891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Your children,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for the glory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of Your Name!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492a4c202_0_8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story of revival,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miracle we've seen,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492a4c202_0_8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It's a glimpse of what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is coming,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so by faith, help us believe.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492a4c202_0_8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</a:rPr>
              <a:t>And we know the day is coming</a:t>
            </a:r>
            <a:endParaRPr b="1" sz="5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</a:rPr>
              <a:t>when we will see Your face,</a:t>
            </a:r>
            <a:endParaRPr b="1"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492a4c202_0_9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knee will bow before You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every heart will say: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493f06891_0_6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praise the Father, praise the Son,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Holy Spirit, make us one!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493f06891_0_6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Every nation,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tribe and tongue.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come!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493f06891_0_7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Lord, hear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will be done.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This is our cry,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Your Kingdom come.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