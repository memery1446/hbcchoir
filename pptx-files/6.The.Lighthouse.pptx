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8K6INyp6x3zIAqHqaLCf1Mgtx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a51137e2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7a51137e2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c4365be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7c4365bee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c4365bee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7c4365bee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4365bee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7c4365bee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c4365bee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c4365bee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c4365bee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7c4365bee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c4365bee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c4365bee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c4365bee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7c4365bee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c4365bee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7c4365bee9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The Lighthouse</a:t>
            </a:r>
            <a:endParaRPr b="1"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00100" y="4038600"/>
            <a:ext cx="7543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Ronnie Hinson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1971 Dayspring Music, Inc./Songs of Calvary Music (BMI), admin. by Dayspring Music, Inc.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</a:t>
            </a:r>
            <a:r>
              <a:rPr lang="en-US" sz="1800">
                <a:solidFill>
                  <a:schemeClr val="lt1"/>
                </a:solidFill>
              </a:rPr>
              <a:t> 155095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848600" y="6034087"/>
            <a:ext cx="129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a Lighthouse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the hillside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overlooks the sea.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I’m tossed,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sends out a light,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I might see.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light that shines in the darkness now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will safely lead us o’er.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If it wasn’t for the Lighthouse,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ship would be no more.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thank God for the Lighthouse!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owe my life to Him.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Jesus is the Lighthouse,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from the rocks of sin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has shone a light around 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I could clearly see.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If it wasn’t for the Lighthouse (tell me),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where would this ship be?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a51137e2e_0_1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Ev’rybody that lives about 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Says: “Tear that Lighthouse down.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4365bee9_0_0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big ships don’t sail this way anymore,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no use of it standing ‘round.”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c4365bee9_0_4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Then my mind goes back to that stormy night when just in time,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saw the Light.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c4365bee9_0_8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Yes, the light from that old Lighthouse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stands up there on hill.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4365bee9_0_28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thank God for the Lighthouse!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owe my life to Him.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c4365bee9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Jesus is the Lighthouse,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from the rocks of sin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4365bee9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has shone a light around 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I could clearly see.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c4365bee9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If it wasn’t for the Lighthouse (tell me),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where would this ship be?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c4365bee9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If it wasn’t for the Lighthouse,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where would this ship be?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