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bCLT0DjpA/fo7geABFZzaLklU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7ebf179e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7ebf179e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7ebf179ef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7ebf179ef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ebf179ef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g37ebf179ef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ebf179ef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7ebf179ef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ebf179e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g37ebf179ef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ebf179ef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7ebf179ef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7ebf179ef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7ebf179ef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45" name="Google Shape;45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5" name="Google Shape;55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6" name="Google Shape;56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7" name="Google Shape;57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b="1" i="0" lang="en-US" sz="5400" u="sng">
                <a:solidFill>
                  <a:schemeClr val="lt1"/>
                </a:solidFill>
              </a:rPr>
              <a:t>Think About His Love</a:t>
            </a:r>
            <a:endParaRPr b="1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267200"/>
            <a:ext cx="73914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Walt Harrah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1987 Integrity’s Hosanna! Music (ASCAP) (c/o Integrity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Media, Inc., 1000 Cody Road, Mobile, AL 36695).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en-US" sz="4800">
                <a:solidFill>
                  <a:schemeClr val="lt1"/>
                </a:solidFill>
              </a:rPr>
              <a:t>102 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43000" y="5410200"/>
            <a:ext cx="6858000" cy="823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Think about His love,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think about His goodness,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ebf179efc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Think about His grace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that’s </a:t>
            </a:r>
            <a:r>
              <a:rPr b="1" lang="en-US" sz="5900">
                <a:solidFill>
                  <a:schemeClr val="lt1"/>
                </a:solidFill>
              </a:rPr>
              <a:t>brought </a:t>
            </a:r>
            <a:r>
              <a:rPr b="1" i="0" lang="en-US" sz="5900" u="none">
                <a:solidFill>
                  <a:schemeClr val="lt1"/>
                </a:solidFill>
              </a:rPr>
              <a:t>us through.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as high as the heavens above,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7ebf179efc_0_4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so great is the measure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Father’s love.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measure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Father’s love.</a:t>
            </a:r>
            <a:endParaRPr b="1" sz="5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ebf179efc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Think about His love,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think about His goodness,</a:t>
            </a:r>
            <a:endParaRPr b="1" sz="5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7ebf179efc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Think about His grace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that’s </a:t>
            </a:r>
            <a:r>
              <a:rPr b="1" lang="en-US" sz="5900">
                <a:solidFill>
                  <a:schemeClr val="lt1"/>
                </a:solidFill>
              </a:rPr>
              <a:t>brought </a:t>
            </a:r>
            <a:r>
              <a:rPr b="1" i="0" lang="en-US" sz="5900" u="none">
                <a:solidFill>
                  <a:schemeClr val="lt1"/>
                </a:solidFill>
              </a:rPr>
              <a:t>us through.</a:t>
            </a:r>
            <a:endParaRPr b="1" sz="5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ebf179efc_0_16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For as high as the heavens above,</a:t>
            </a:r>
            <a:endParaRPr b="1" sz="5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7ebf179efc_0_20"/>
          <p:cNvSpPr txBox="1"/>
          <p:nvPr>
            <p:ph type="title"/>
          </p:nvPr>
        </p:nvSpPr>
        <p:spPr>
          <a:xfrm>
            <a:off x="152400" y="274637"/>
            <a:ext cx="8839200" cy="62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so great is the measure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Father’s love.</a:t>
            </a:r>
            <a:endParaRPr b="1" sz="5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ebf179efc_0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Great is the measure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of our Father’s love.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