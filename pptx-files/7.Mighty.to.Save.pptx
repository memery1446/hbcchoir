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7" roundtripDataSignature="AMtx7mgopFGhQpA2P+PyR8hZH4QaHRUV2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9659cc5b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g379659cc5b7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9659cc5b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g379659cc5b7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31a3d673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g3c31a3d673e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31a3d673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3c31a3d673e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31a3d673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c31a3d673e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31a3d673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g3c31a3d673e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31a3d673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3c31a3d673e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9659cc5b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79659cc5b7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9622821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3796228213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31a3d673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g3c31a3d673e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31a3d673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g3c31a3d673e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c31a3d673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g3c31a3d673e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c31a3d673e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g3c31a3d673e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c31a3d673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g3c31a3d673e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c31a3d673e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g3c31a3d673e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31a3d673e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g3c31a3d673e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31a3d673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g3c31a3d673e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19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8" name="Google Shape;38;p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4" name="Google Shape;44;p20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5" name="Google Shape;45;p2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2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2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22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22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373752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4384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4800" u="sng">
                <a:solidFill>
                  <a:schemeClr val="lt1"/>
                </a:solidFill>
              </a:rPr>
              <a:t>Mighty To Save</a:t>
            </a:r>
            <a:endParaRPr b="1" sz="4800" u="sng">
              <a:solidFill>
                <a:schemeClr val="lt1"/>
              </a:solidFill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723900" y="4191000"/>
            <a:ext cx="76962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</a:rPr>
              <a:t>Words and Music by </a:t>
            </a:r>
            <a:r>
              <a:rPr b="1" lang="en-US" sz="1800">
                <a:solidFill>
                  <a:schemeClr val="lt1"/>
                </a:solidFill>
              </a:rPr>
              <a:t>Ben Fielding | Reuben Morgan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</a:rPr>
              <a:t>© 2006 Hillsong Music Publishing Australia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</a:rPr>
              <a:t>All rights reserved. Used by permission.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</a:rPr>
              <a:t>CCLI # 155095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696200" y="5943600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Ev’ryone needs compassion,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Love that's never failing.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Let mercy fall on 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9659cc5b7_0_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Ev’ryone needs forgiveness,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kindness of a Saviour,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hope of nations.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Saviour, He can move the mountains,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my God is mighty to save,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 is mighty to save!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9659cc5b7_0_1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Forever, Author of salvation,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He rose and conquered the grave.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Jesus conquered the grave!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So take me as You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find me,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all my fears and failures,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fill my life again.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31a3d673e_0_5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give my life to follow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ev’rything I believe in.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Now I surrender.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31a3d673e_0_17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Saviour, He can move the mountains,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my God is mighty to save,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 is mighty to save!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31a3d673e_0_21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Forever, Author of salvation,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He rose and conquered the grave.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Jesus conquered the grave!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31a3d673e_0_9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Saviour, He can move the mountains,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my God is mighty to save,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 is mighty to save!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31a3d673e_0_13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Forever, Author of salvation,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He rose and conquered the grave.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Jesus conquered the grave!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79659cc5b7_0_1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Shine your light and let the whole world see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we're singing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for the glory of the risen King, Jesus!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7962282139_0_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Shine your light and let the whole world see.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We're singing for the glory of the risen King!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31a3d673e_0_33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Saviour, He can move the mountains,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my God is mighty to save,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 is mighty to save!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31a3d673e_0_37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Forever, Author of salvation,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He rose and conquered the grave.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Jesus conquered the grave!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c31a3d673e_0_25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Saviour, He can move the mountains,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my God is mighty to save,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 is mighty to save!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31a3d673e_0_29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Forever, Author of salvation,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He rose and conquered the grave.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Jesus conquered the grave!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c31a3d673e_0_49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Shine your light and let the whole world see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we're singing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for the glory of the risen King, Jesus!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c31a3d673e_0_53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Shine your light and let the whole world see.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We're singing for the glory of the risen King!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c31a3d673e_0_41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Shine your light and let the whole world see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we're singing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for the glory of the risen King, Jesus!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31a3d673e_0_45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Shine your light and let the whole world see.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We're singing for the glory of the risen King!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