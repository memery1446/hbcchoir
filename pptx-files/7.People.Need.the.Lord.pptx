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24" roundtripDataSignature="AMtx7mjvlm9kApv/HM6T3yL/eq26R+zwQ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22" Type="http://schemas.openxmlformats.org/officeDocument/2006/relationships/slide" Target="slides/slide17.xml"/><Relationship Id="rId10" Type="http://schemas.openxmlformats.org/officeDocument/2006/relationships/slide" Target="slides/slide5.xml"/><Relationship Id="rId21" Type="http://schemas.openxmlformats.org/officeDocument/2006/relationships/slide" Target="slides/slide16.xml"/><Relationship Id="rId13" Type="http://schemas.openxmlformats.org/officeDocument/2006/relationships/slide" Target="slides/slide8.xml"/><Relationship Id="rId24" Type="http://customschemas.google.com/relationships/presentationmetadata" Target="metadata"/><Relationship Id="rId12" Type="http://schemas.openxmlformats.org/officeDocument/2006/relationships/slide" Target="slides/slide7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g3f363d1c7a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4" name="Google Shape;24;g3f363d1c7a5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0" name="Google Shape;30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5" name="Google Shape;35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0" name="Google Shape;40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5" name="Google Shape;45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g3f363d1c7a5_0_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0" name="Google Shape;50;g3f363d1c7a5_0_8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g3f363d1c7a5_0_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5" name="Google Shape;55;g3f363d1c7a5_0_8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f363f9658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0" name="Google Shape;60;g3f363f96580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ca1bd19589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5" name="Google Shape;65;g3ca1bd19589_0_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f363d1c7a5_0_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0" name="Google Shape;70;g3f363d1c7a5_0_8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f363d1c7a5_0_1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5" name="Google Shape;75;g3f363d1c7a5_0_10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f363d1c7a5_0_1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0" name="Google Shape;80;g3f363d1c7a5_0_11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ca1bd19589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5" name="Google Shape;85;g3ca1bd19589_0_2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f363f96580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0" name="Google Shape;90;g3f363f96580_0_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f363f96580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5" name="Google Shape;95;g3f363f96580_0_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f363f96580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0" name="Google Shape;100;g3f363f96580_0_1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f363f96580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5" name="Google Shape;105;g3f363f96580_0_1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f363f96580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0" name="Google Shape;110;g3f363f96580_0_2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layout with centered title and subtitle placeholders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5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5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lvl="1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lvl="2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lvl="3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lvl="4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lvl="5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lvl="6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lvl="7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lvl="8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  <p:sp>
        <p:nvSpPr>
          <p:cNvPr id="14" name="Google Shape;14;p15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15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15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6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6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6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6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F0028"/>
            </a:gs>
            <a:gs pos="100000">
              <a:srgbClr val="B3001C"/>
            </a:gs>
          </a:gsLst>
          <a:lin ang="5400000" scaled="0"/>
        </a:gra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4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4"/>
          <p:cNvSpPr txBox="1"/>
          <p:nvPr>
            <p:ph idx="1" type="body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4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Google Shape;9;p14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p14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g3f363d1c7a5_0_0"/>
          <p:cNvSpPr txBox="1"/>
          <p:nvPr>
            <p:ph type="ctrTitle"/>
          </p:nvPr>
        </p:nvSpPr>
        <p:spPr>
          <a:xfrm>
            <a:off x="685800" y="1606050"/>
            <a:ext cx="7772400" cy="364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None/>
            </a:pPr>
            <a:r>
              <a:rPr b="1" lang="en-US" sz="5400" u="sng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People Need the Lord</a:t>
            </a:r>
            <a:endParaRPr b="1" sz="5400" u="sng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None/>
            </a:pPr>
            <a:r>
              <a:t/>
            </a:r>
            <a:endParaRPr b="1" sz="5400" u="sng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1"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1"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None/>
            </a:pPr>
            <a:r>
              <a:rPr b="1"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Words and Music by Greg Nelson and Phill McHugh</a:t>
            </a:r>
            <a:endParaRPr b="1"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None/>
            </a:pPr>
            <a:r>
              <a:t/>
            </a:r>
            <a:endParaRPr b="1"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None/>
            </a:pPr>
            <a:r>
              <a:t/>
            </a:r>
            <a:endParaRPr b="1"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None/>
            </a:pPr>
            <a:r>
              <a:rPr b="1"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© Copyright 1983 Shepherd’s Fold Music (BMI)/River Oaks Music Company (BMI) (both admin. by EMI CMG Publishing).</a:t>
            </a:r>
            <a:endParaRPr b="1"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None/>
            </a:pPr>
            <a:r>
              <a:rPr b="1"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All rights reserved. Used by permission. </a:t>
            </a:r>
            <a:r>
              <a:rPr b="1"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CCLI # 155095</a:t>
            </a:r>
            <a:endParaRPr b="1"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None/>
            </a:pPr>
            <a:r>
              <a:t/>
            </a:r>
            <a:endParaRPr b="1"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g3f363d1c7a5_0_0"/>
          <p:cNvSpPr txBox="1"/>
          <p:nvPr/>
        </p:nvSpPr>
        <p:spPr>
          <a:xfrm>
            <a:off x="7696200" y="5943600"/>
            <a:ext cx="12954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2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 sz="5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Every day they pass me by.</a:t>
            </a:r>
            <a:endParaRPr b="1" sz="5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 sz="5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 can see it in their eyes;</a:t>
            </a:r>
            <a:endParaRPr b="1" sz="5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3"/>
          <p:cNvSpPr txBox="1"/>
          <p:nvPr>
            <p:ph type="title"/>
          </p:nvPr>
        </p:nvSpPr>
        <p:spPr>
          <a:xfrm>
            <a:off x="152400" y="274637"/>
            <a:ext cx="8839200" cy="6278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Arial"/>
              <a:buNone/>
            </a:pPr>
            <a:r>
              <a:rPr b="1" lang="en-US" sz="5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Empty people filled with care,</a:t>
            </a:r>
            <a:endParaRPr b="1" sz="5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Arial"/>
              <a:buNone/>
            </a:pPr>
            <a:r>
              <a:rPr b="1" lang="en-US" sz="5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headed who knows where.</a:t>
            </a:r>
            <a:endParaRPr b="1" sz="5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4"/>
          <p:cNvSpPr txBox="1"/>
          <p:nvPr>
            <p:ph type="title"/>
          </p:nvPr>
        </p:nvSpPr>
        <p:spPr>
          <a:xfrm>
            <a:off x="152400" y="152400"/>
            <a:ext cx="8839200" cy="64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</a:pPr>
            <a:r>
              <a:rPr b="1" lang="en-US" sz="5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On they go </a:t>
            </a:r>
            <a:endParaRPr b="1" sz="5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</a:pPr>
            <a:r>
              <a:rPr b="1" lang="en-US" sz="5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through private pain,</a:t>
            </a:r>
            <a:endParaRPr b="1" sz="5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</a:pPr>
            <a:r>
              <a:rPr b="1" lang="en-US" sz="5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living fear to fear.</a:t>
            </a:r>
            <a:endParaRPr b="1" sz="5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5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Arial"/>
              <a:buNone/>
            </a:pPr>
            <a:r>
              <a:rPr b="1" lang="en-US" sz="5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Laughter hides </a:t>
            </a:r>
            <a:endParaRPr b="1" sz="5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Arial"/>
              <a:buNone/>
            </a:pPr>
            <a:r>
              <a:rPr b="1" lang="en-US" sz="5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the silent cries</a:t>
            </a:r>
            <a:endParaRPr b="1" sz="5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Arial"/>
              <a:buNone/>
            </a:pPr>
            <a:r>
              <a:rPr b="1" lang="en-US" sz="5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only Jesus hears.</a:t>
            </a:r>
            <a:endParaRPr b="1" sz="5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g3f363d1c7a5_0_80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 sz="5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People need the Lord.</a:t>
            </a:r>
            <a:endParaRPr b="1" sz="5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 sz="5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People need the Lord!</a:t>
            </a:r>
            <a:endParaRPr b="1" sz="5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f363d1c7a5_0_84"/>
          <p:cNvSpPr txBox="1"/>
          <p:nvPr>
            <p:ph type="title"/>
          </p:nvPr>
        </p:nvSpPr>
        <p:spPr>
          <a:xfrm>
            <a:off x="152400" y="274637"/>
            <a:ext cx="8839200" cy="627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Arial"/>
              <a:buNone/>
            </a:pPr>
            <a:r>
              <a:rPr b="1" lang="en-US" sz="5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At the end </a:t>
            </a:r>
            <a:endParaRPr b="1" sz="5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Arial"/>
              <a:buNone/>
            </a:pPr>
            <a:r>
              <a:rPr b="1" lang="en-US" sz="5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of broken dreams</a:t>
            </a:r>
            <a:endParaRPr b="1" sz="5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Arial"/>
              <a:buNone/>
            </a:pPr>
            <a:r>
              <a:rPr b="1" lang="en-US" sz="5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He’s the open door.</a:t>
            </a:r>
            <a:endParaRPr b="1" sz="5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f363f96580_0_0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 sz="5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People need the Lord.</a:t>
            </a:r>
            <a:endParaRPr b="1" sz="5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 sz="5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People need the Lord!</a:t>
            </a:r>
            <a:endParaRPr b="1" sz="5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ca1bd19589_0_8"/>
          <p:cNvSpPr txBox="1"/>
          <p:nvPr>
            <p:ph type="title"/>
          </p:nvPr>
        </p:nvSpPr>
        <p:spPr>
          <a:xfrm>
            <a:off x="152400" y="274637"/>
            <a:ext cx="8839200" cy="627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Arial"/>
              <a:buNone/>
            </a:pPr>
            <a:r>
              <a:rPr b="1" lang="en-US" sz="5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When will we realize?</a:t>
            </a:r>
            <a:endParaRPr b="1" sz="5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Arial"/>
              <a:buNone/>
            </a:pPr>
            <a:r>
              <a:rPr b="1" lang="en-US" sz="5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People need the Lord.</a:t>
            </a:r>
            <a:endParaRPr b="1" sz="5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f363d1c7a5_0_88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Arial"/>
              <a:buNone/>
            </a:pPr>
            <a:r>
              <a:rPr b="1" lang="en-US" sz="5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We are called </a:t>
            </a:r>
            <a:endParaRPr b="1" sz="5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Arial"/>
              <a:buNone/>
            </a:pPr>
            <a:r>
              <a:rPr b="1" lang="en-US" sz="5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to take His light</a:t>
            </a:r>
            <a:endParaRPr b="1" sz="5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Arial"/>
              <a:buNone/>
            </a:pPr>
            <a:r>
              <a:rPr b="1" lang="en-US" sz="5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to a world </a:t>
            </a:r>
            <a:endParaRPr b="1" sz="5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Arial"/>
              <a:buNone/>
            </a:pPr>
            <a:r>
              <a:rPr b="1" lang="en-US" sz="5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where wrong seems right.</a:t>
            </a:r>
            <a:endParaRPr b="1" sz="5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f363d1c7a5_0_108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 sz="5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What could be </a:t>
            </a:r>
            <a:endParaRPr b="1" sz="5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 sz="5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too great a cost</a:t>
            </a:r>
            <a:endParaRPr b="1" sz="5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 sz="5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for sharing life </a:t>
            </a:r>
            <a:endParaRPr b="1" sz="5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 sz="5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with one who’s lost?</a:t>
            </a:r>
            <a:endParaRPr b="1" sz="5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f363d1c7a5_0_112"/>
          <p:cNvSpPr txBox="1"/>
          <p:nvPr>
            <p:ph type="title"/>
          </p:nvPr>
        </p:nvSpPr>
        <p:spPr>
          <a:xfrm>
            <a:off x="152400" y="274637"/>
            <a:ext cx="8839200" cy="627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Arial"/>
              <a:buNone/>
            </a:pPr>
            <a:r>
              <a:rPr b="1" lang="en-US" sz="5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Through his love </a:t>
            </a:r>
            <a:endParaRPr b="1" sz="5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Arial"/>
              <a:buNone/>
            </a:pPr>
            <a:r>
              <a:rPr b="1" lang="en-US" sz="5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our hearts can feel</a:t>
            </a:r>
            <a:endParaRPr b="1" sz="5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Arial"/>
              <a:buNone/>
            </a:pPr>
            <a:r>
              <a:rPr b="1" lang="en-US" sz="5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all the grief they bear.</a:t>
            </a:r>
            <a:endParaRPr b="1" sz="5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ca1bd19589_0_28"/>
          <p:cNvSpPr txBox="1"/>
          <p:nvPr>
            <p:ph type="title"/>
          </p:nvPr>
        </p:nvSpPr>
        <p:spPr>
          <a:xfrm>
            <a:off x="152400" y="274637"/>
            <a:ext cx="8839200" cy="627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Arial"/>
              <a:buNone/>
            </a:pPr>
            <a:r>
              <a:rPr b="1" lang="en-US" sz="5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They must hear </a:t>
            </a:r>
            <a:endParaRPr b="1" sz="5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Arial"/>
              <a:buNone/>
            </a:pPr>
            <a:r>
              <a:rPr b="1" lang="en-US" sz="5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the words of life</a:t>
            </a:r>
            <a:endParaRPr b="1" sz="5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Arial"/>
              <a:buNone/>
            </a:pPr>
            <a:r>
              <a:rPr b="1" lang="en-US" sz="5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only we can share.</a:t>
            </a:r>
            <a:endParaRPr b="1" sz="5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f363f96580_0_4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 sz="5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People need the Lord.</a:t>
            </a:r>
            <a:endParaRPr b="1" sz="5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 sz="5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People need the Lord!</a:t>
            </a:r>
            <a:endParaRPr b="1" sz="5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f363f96580_0_8"/>
          <p:cNvSpPr txBox="1"/>
          <p:nvPr>
            <p:ph type="title"/>
          </p:nvPr>
        </p:nvSpPr>
        <p:spPr>
          <a:xfrm>
            <a:off x="152400" y="274637"/>
            <a:ext cx="8839200" cy="627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Arial"/>
              <a:buNone/>
            </a:pPr>
            <a:r>
              <a:rPr b="1" lang="en-US" sz="5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At the end </a:t>
            </a:r>
            <a:endParaRPr b="1" sz="5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Arial"/>
              <a:buNone/>
            </a:pPr>
            <a:r>
              <a:rPr b="1" lang="en-US" sz="5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of broken dreams</a:t>
            </a:r>
            <a:endParaRPr b="1" sz="5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Arial"/>
              <a:buNone/>
            </a:pPr>
            <a:r>
              <a:rPr b="1" lang="en-US" sz="5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He’s the open door.</a:t>
            </a:r>
            <a:endParaRPr b="1" sz="5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f363f96580_0_12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 sz="5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People need the Lord.</a:t>
            </a:r>
            <a:endParaRPr b="1" sz="5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 sz="5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People need the Lord!</a:t>
            </a:r>
            <a:endParaRPr b="1" sz="5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f363f96580_0_16"/>
          <p:cNvSpPr txBox="1"/>
          <p:nvPr>
            <p:ph type="title"/>
          </p:nvPr>
        </p:nvSpPr>
        <p:spPr>
          <a:xfrm>
            <a:off x="152400" y="274637"/>
            <a:ext cx="8839200" cy="627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Arial"/>
              <a:buNone/>
            </a:pPr>
            <a:r>
              <a:rPr b="1" lang="en-US" sz="5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When will we realize</a:t>
            </a:r>
            <a:endParaRPr b="1" sz="5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Arial"/>
              <a:buNone/>
            </a:pPr>
            <a:r>
              <a:rPr b="1" lang="en-US" sz="5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that we must give our lives</a:t>
            </a:r>
            <a:endParaRPr b="1" sz="5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f363f96580_0_20"/>
          <p:cNvSpPr txBox="1"/>
          <p:nvPr>
            <p:ph type="title"/>
          </p:nvPr>
        </p:nvSpPr>
        <p:spPr>
          <a:xfrm>
            <a:off x="152400" y="274637"/>
            <a:ext cx="8839200" cy="627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Arial"/>
              <a:buNone/>
            </a:pPr>
            <a:r>
              <a:rPr b="1" lang="en-US" sz="5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For people need the Lord!</a:t>
            </a:r>
            <a:endParaRPr b="1" sz="5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Arial"/>
              <a:buNone/>
            </a:pPr>
            <a:r>
              <a:rPr b="1" lang="en-US" sz="5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People need the Lord.</a:t>
            </a:r>
            <a:endParaRPr b="1" sz="5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Default Design">
  <a:themeElements>
    <a:clrScheme name="Default Design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BBE0E3"/>
      </a:accent4>
      <a:accent5>
        <a:srgbClr val="333399"/>
      </a:accent5>
      <a:accent6>
        <a:srgbClr val="FFFFFF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1601-01-01T00:00:00Z</dcterms:creat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</Properties>
</file>