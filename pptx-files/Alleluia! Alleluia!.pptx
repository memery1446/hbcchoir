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C3udJDDwUGjAiLUunOkd6SLRH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3aa0a3c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3aa0a3c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3aa0a3c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d3aa0a3c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Alleluia! Alleluia!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Christopher Wordsworth, altered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Ludwig van Beethoven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Alleluia, Alleluia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Hearts to heav’n and voices raise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Sing to God a hymn of gladness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Sing to God a hymn of praise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who on the cross as Savior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the world’s salvation bled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Jesus Christ, the King of Glory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is risen from the dead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the iron bars are broken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from death to life is born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Glorious life, and life immortal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 this resurrection morn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has triumphed, and we conquer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His mighty enterprise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with Him to life eternal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His resurrection rise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aa0a3c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Alleluia! Alleluia!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Glory be to God on High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Alleluia to the Savior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Who has won the victory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3aa0a3c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Alleluia to the Spirit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Font of love and sanctity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Alleluia! Alleluia!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To the Triune Majesty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