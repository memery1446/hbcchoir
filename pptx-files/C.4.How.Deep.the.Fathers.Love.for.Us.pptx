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h4qxuI/heIOG6oEGumzhWWPwZR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Deep the Father’s Love for Us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Stuart Townend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© 1995 Thankyou Music (PRS) (admin. worldwide by EMI CMG Publishing excluding Europe which is admin. by kingswaysongs.com). 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deep the Father’s love for us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vast beyond all measure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He should give His only Son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make a wretch His treasure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great the pain of searing loss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Father turns His face away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wounds which mar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Chosen One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bring many sons to glory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Behold the Man upon a cross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 sin upon His shoulders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Ashamed, I hear my mocking voice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call out among the scoffers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 was my sin that held Him there</a:t>
            </a:r>
            <a:b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until it was accomplished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 dying breath has brought me life</a:t>
            </a:r>
            <a:b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know that it is finished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will not boast in anything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gifts, no pow’r, no wisdom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I will boast in Jesus Christ</a:t>
            </a:r>
            <a:b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 death and resurrection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Why should I gain from His reward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cannot give an answer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this I know with all my heart</a:t>
            </a:r>
            <a:b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4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 wounds have paid my ransom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