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h5lygTqM9MOkH2UuvBW19UO+Q2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a1c48acc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ca1c48acc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a1c48acc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a1c48acc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1c48acc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a1c48acc0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He Looked Beyond My Fault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</a:t>
            </a:r>
            <a:r>
              <a:rPr lang="en-US" sz="1800">
                <a:solidFill>
                  <a:schemeClr val="lt1"/>
                </a:solidFill>
              </a:rPr>
              <a:t>and Music by Dottie Rambo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1968 Designer Music Group, Inc.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Amazing grace shall always be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my song of praise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For it was grace that bought my liberty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I do not know just why He came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to love me so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He looked beyond my fault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saw my need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I shall forever lift mine eyes to Calvary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To view the cross where Jesus died for me</a:t>
            </a:r>
            <a:endParaRPr sz="4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How marvelous the grace that caught my falling soul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He looked beyond my fault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saw my need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a1c48acc0_0_1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I shall forever lift mine eyes to Calvary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To view the cross where Jesus died for me</a:t>
            </a:r>
            <a:endParaRPr sz="4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a1c48acc0_0_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How marvelous the grace that caught my falling soul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He looked beyond my fault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saw my need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a1c48acc0_0_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Jesus saw my need!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He looked beyond my fault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saw my need.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He saw my need!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