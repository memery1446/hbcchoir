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R8y8q08daZvfx2lGgteIhzZbb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Because He Lives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Gloria Gaither and William J. Gaither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William J. Gaither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1971 William J. Gaither, Inc. All rights controlled by Gaither Copyright Management.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43000" y="5410200"/>
            <a:ext cx="6858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God sent His Son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they called Him Jesus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came to love, heal, and forgive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lived and died to buy my pardon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 empty grave is there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prove my Savior lives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Because He lives I can face tomorrow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Because He lives all fear is gone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Because I know He holds the future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life is worth the living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just because He lives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sweet to hold a newborn baby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feel the pride, and joy He gives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greater still the calm assurance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child can face uncertain days because He lives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Because He lives I can face tomorrow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Because He lives all fear is gone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Because I know He holds the future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life is worth the living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just because He lives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then one day I’ll cross the river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I’ll fight life’s final war with pain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then as death gives way to vict’ry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I’ll see the lights of glory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I’ll know He lives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Because He lives I can face tomorrow</a:t>
            </a:r>
            <a:b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Because He lives all fear is gone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Because I know He holds the future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life is worth the living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just because He lives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