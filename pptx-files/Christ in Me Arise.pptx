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gsQCeo6g4lflxXvuNHq+e9MawV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ca1bd1958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ca1bd19589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a1bd1958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ca1bd1958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a1bd1958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ca1bd1958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a1bd1958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ca1bd1958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a1bd1958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ca1bd19589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a1bd1958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ca1bd19589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a1bd1958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ca1bd19589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a1bd1958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ca1bd19589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a1bd1958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ca1bd19589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a1bd1958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ca1bd19589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Christ in Me Arise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</a:t>
            </a:r>
            <a:r>
              <a:rPr lang="en-US" sz="1800">
                <a:solidFill>
                  <a:schemeClr val="lt1"/>
                </a:solidFill>
              </a:rPr>
              <a:t>and Music by Trevor Thomson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2008 SPIRIT AND SONG OCP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Christ in me arise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and dispel all the darkness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Christ in me arise with Your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power and Your strength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Christ in me pour out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Your blessing and healing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Christ in me arise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and I shall rise with You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Be now my vision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open these eyes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Showing me all that I must see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Onward to the kingdom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You are the way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Arise in me and I shall rise with You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a1bd19589_0_4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Christ in me arise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and dispel all the darkness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Christ in me arise with Your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power and Your strength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a1bd19589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Christ in me pour out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Your blessing and healing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Christ in me arise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and I shall rise with You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a1bd19589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Be now my footsteps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leading the way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Taking me where I must go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a1bd19589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Onward to the kingdom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You are the way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Arise in me and I shall rise with You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a1bd19589_0_5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Christ in me arise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and dispel all the darkness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Christ in me arise with Your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power and Your strength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a1bd19589_0_57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Christ in me pour out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Your blessing and healing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Christ in me arise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and I shall rise with You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a1bd19589_0_2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You know my heart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and You know my ways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You who formed me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in my mother's womb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a1bd19589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I live and move in You,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my whole being thrives in You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a1bd19589_0_61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Christ in me arise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and dispel all the darkness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Christ in me arise with Your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power and Your strength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a1bd19589_0_65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Christ in me pour out 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Your blessing and healing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Christ in me arise (3x)</a:t>
            </a:r>
            <a:endParaRPr sz="4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4200">
                <a:solidFill>
                  <a:schemeClr val="lt1"/>
                </a:solidFill>
              </a:rPr>
              <a:t>and I shall rise with You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