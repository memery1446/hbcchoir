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hXVFe6Q4D8OwTSR5g/gFb9Q+m4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the Lord Is Risen Today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Charles Wesley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Music: </a:t>
            </a: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Lyra Davidica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the Lord is ris’n today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Sons of men and angels say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Raise your joys and triumphs high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Sing, ye heav’ns, and earth reply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Lives again our glorious King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Where, O death, is now thy sting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Dying once He all doth save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Where thy victory, O grave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Love’s redeeming work is done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Fought the fight, the battle won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Death in vain forbids Him rise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Christ hath opened Paradise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Soar we now where Christ has led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Foll’wing our exalted Head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Made like Him, like Him we rise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Ours the cross, the grave, 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skies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Alleluia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