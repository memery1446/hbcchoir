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ijmiIjDo302jwT7yOszAUVQQwV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891807e1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g3891807e1c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891807e1c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891807e1c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8917f9b8d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8917f9b8d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891807e1c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891807e1c4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917f9b8d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8917f9b8d0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917f9b8d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8917f9b8d0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917f9b8d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8917f9b8d0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a82a0a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e5a82a0ae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5a82a0ae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e5a82a0aed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917f9b8d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8917f9b8d0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Come, Thou Fount</a:t>
            </a:r>
            <a:endParaRPr sz="5400" u="sng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of Every Blessing</a:t>
            </a:r>
            <a:endParaRPr sz="5400" u="sng">
              <a:solidFill>
                <a:schemeClr val="lt1"/>
              </a:solidFill>
            </a:endParaRPr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723900" y="435332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</a:rPr>
              <a:t>Words by Robert Robinson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</a:rPr>
              <a:t>Music: Traditional American melody; John Wyeth’s Repository of Sacred Music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</a:rPr>
              <a:t>Words and Music public domain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7696200" y="5943600"/>
            <a:ext cx="1295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Come, Thou Fount of every blessing,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tune my heart to sing Thy grace;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891807e1c4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Streams of mercy,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never ceasing,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call for songs of loudest praise: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Teach me some melodious sonnet,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sung by flaming tongues above;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891807e1c4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Praise the mount!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fixed upon it,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mount of Thy redeeming love.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917f9b8d0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Here I raise mine Ebenezer;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hither by Thy help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come;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91807e1c4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 hope, by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Thy good pleasure,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safely to arrive at home: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917f9b8d0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sought me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a stranger,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wand’ring from the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fold of God;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He, to rescue me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from danger,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interposed His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precious blood.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917f9b8d0_0_1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 to grace how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great a debtor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daily I’m constrained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be!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917f9b8d0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Thy grace, Lord,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like a fetter,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bind my wand’ring heart to Thee: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5a82a0aed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Prone to wander, Lord,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feel it,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prone to leave the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God I love;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5a82a0aed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Here’s my heart, Lord, take and seal it,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seal it for Thy courts above.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Prone to wander, Lord,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feel it,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prone to leave the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God I love;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917f9b8d0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Here’s my heart, Lord, take and seal it,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seal it for Thy courts above.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