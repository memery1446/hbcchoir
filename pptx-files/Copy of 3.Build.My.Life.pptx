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6FOGCsbjXmvUQCdn/x8hU6fz0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1d1ec3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d81d1ec3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1d1ec39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81d1ec39d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962282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79622821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9659cc5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79659cc5b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9659cc5b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79659cc5b7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9659cc5b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79659cc5b7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9659cc5b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79659cc5b7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9659cc5b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79659cc5b7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Build My Life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Patt Barrett, Matt Redman, Brett Younker, Kirby Kaple and Karl Martin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© Copyright 2018 by Bowyer &amp; Bow, Sparrow Capitol CMG 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All rights reserved.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 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</a:t>
            </a:r>
            <a:r>
              <a:rPr b="1" lang="en-US" sz="5900">
                <a:solidFill>
                  <a:schemeClr val="lt1"/>
                </a:solidFill>
              </a:rPr>
              <a:t>ev’ry </a:t>
            </a:r>
            <a:r>
              <a:rPr b="1" lang="en-US" sz="5900">
                <a:solidFill>
                  <a:schemeClr val="lt1"/>
                </a:solidFill>
              </a:rPr>
              <a:t>song 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1d1ec39d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song 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1d1ec39d_0_7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6228213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9659cc5b7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9659cc5b7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9659cc5b7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659cc5b7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9659cc5b7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