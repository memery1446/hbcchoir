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2" roundtripDataSignature="AMtx7mjsL72ztvBlVS+AIcGTRRXdkZi4w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7966445fd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g37966445fd3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7966445fd3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g37966445fd3_1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7966445fd3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" name="Google Shape;114;g37966445fd3_1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7966445fd3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g37966445fd3_1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" name="Google Shape;12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7966445fd3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g37966445fd3_1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7966445fd3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g37966445fd3_1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7966445fd3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" name="Google Shape;149;g37966445fd3_1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7966445fd3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" name="Google Shape;154;g37966445fd3_1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7966445fd3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9" name="Google Shape;159;g37966445fd3_1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7966445fd3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4" name="Google Shape;164;g37966445fd3_1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7966445fd3_1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4" name="Google Shape;174;g37966445fd3_1_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7966445fd3_1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9" name="Google Shape;179;g37966445fd3_1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7966445fd3_1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4" name="Google Shape;184;g37966445fd3_1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7966445fd3_1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9" name="Google Shape;189;g37966445fd3_1_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7966445fd3_1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4" name="Google Shape;194;g37966445fd3_1_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7966445fd3_1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9" name="Google Shape;199;g37966445fd3_1_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7966445fd3_1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4" name="Google Shape;204;g37966445fd3_1_8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7966445fd3_1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9" name="Google Shape;209;g37966445fd3_1_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8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8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1"/>
          <p:cNvSpPr txBox="1"/>
          <p:nvPr>
            <p:ph idx="1" type="body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2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2"/>
          <p:cNvSpPr/>
          <p:nvPr>
            <p:ph idx="2" type="pic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22"/>
          <p:cNvSpPr txBox="1"/>
          <p:nvPr>
            <p:ph idx="1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38" name="Google Shape;38;p2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3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3"/>
          <p:cNvSpPr txBox="1"/>
          <p:nvPr>
            <p:ph idx="1" type="body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4" name="Google Shape;44;p23"/>
          <p:cNvSpPr txBox="1"/>
          <p:nvPr>
            <p:ph idx="2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5" name="Google Shape;45;p2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5"/>
          <p:cNvSpPr txBox="1"/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5"/>
          <p:cNvSpPr txBox="1"/>
          <p:nvPr>
            <p:ph idx="1" type="body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p25"/>
          <p:cNvSpPr txBox="1"/>
          <p:nvPr>
            <p:ph idx="2" type="body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3" type="body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7" name="Google Shape;57;p25"/>
          <p:cNvSpPr txBox="1"/>
          <p:nvPr>
            <p:ph idx="4" type="body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2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2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2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7"/>
          <p:cNvSpPr txBox="1"/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" type="body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71" name="Google Shape;71;p2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0028"/>
            </a:gs>
            <a:gs pos="100000">
              <a:srgbClr val="760013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85800" y="25908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b="1" i="0" lang="en-US" sz="540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Here I Am to Worship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838200" y="4267200"/>
            <a:ext cx="73914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 and Music by Tim Hughes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2001 Thankyou Music (PRS) (admin. worldwide by EMI CMG Publishing excluding Europe which is admin. by kingswaysongs.com). All rights reserved. Used by permission.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CCLI # </a:t>
            </a:r>
            <a:r>
              <a:rPr lang="en-US" sz="1800">
                <a:solidFill>
                  <a:schemeClr val="lt1"/>
                </a:solidFill>
              </a:rPr>
              <a:t>155095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7848600" y="6019800"/>
            <a:ext cx="129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Light of the world,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You stepped down 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into darkness,</a:t>
            </a:r>
            <a:endParaRPr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7966445fd3_1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</a:t>
            </a: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pened my eyes, </a:t>
            </a:r>
            <a:endParaRPr b="1" i="0" sz="59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let me see</a:t>
            </a:r>
            <a:endParaRPr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/>
          <p:nvPr>
            <p:ph type="title"/>
          </p:nvPr>
        </p:nvSpPr>
        <p:spPr>
          <a:xfrm>
            <a:off x="152400" y="290512"/>
            <a:ext cx="8839200" cy="6276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Beauty that made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this heart adore You</a:t>
            </a:r>
            <a:r>
              <a:rPr b="1" lang="en-US" sz="5900">
                <a:solidFill>
                  <a:schemeClr val="lt1"/>
                </a:solidFill>
              </a:rPr>
              <a:t>,</a:t>
            </a:r>
            <a:endParaRPr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7966445fd3_1_4"/>
          <p:cNvSpPr txBox="1"/>
          <p:nvPr>
            <p:ph type="title"/>
          </p:nvPr>
        </p:nvSpPr>
        <p:spPr>
          <a:xfrm>
            <a:off x="152400" y="290512"/>
            <a:ext cx="8839200" cy="6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</a:t>
            </a: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ope of a life spent </a:t>
            </a:r>
            <a:endParaRPr b="1" i="0" sz="59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with You.</a:t>
            </a:r>
            <a:endParaRPr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Here I am to worship,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here I am to bow down,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7966445fd3_1_8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Here I am to say 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that You’re my God.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You’re altogether lovely,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altogether worthy,</a:t>
            </a:r>
            <a:endParaRPr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7966445fd3_1_1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</a:t>
            </a: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ltogether wonderful </a:t>
            </a:r>
            <a:endParaRPr b="1" i="0" sz="59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 me.</a:t>
            </a:r>
            <a:endParaRPr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King of all days,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oh, so highly exalted,</a:t>
            </a:r>
            <a:endParaRPr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7966445fd3_1_1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G</a:t>
            </a: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lorious in heaven above,</a:t>
            </a:r>
            <a:endParaRPr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Humbly You came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 the earth 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You created</a:t>
            </a:r>
            <a:r>
              <a:rPr b="1" lang="en-US" sz="5900">
                <a:solidFill>
                  <a:schemeClr val="lt1"/>
                </a:solidFill>
              </a:rPr>
              <a:t>,</a:t>
            </a:r>
            <a:endParaRPr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7966445fd3_1_2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</a:t>
            </a: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ll for love’s sake became poor.</a:t>
            </a:r>
            <a:endParaRPr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7966445fd3_1_2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Here I am to worship,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here I am to bow down,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7966445fd3_1_28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Here I am to say 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that You’re my God.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7966445fd3_1_3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You’re altogether lovely,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altogether worthy,</a:t>
            </a:r>
            <a:endParaRPr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7966445fd3_1_3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</a:t>
            </a: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ltogether wonderful </a:t>
            </a:r>
            <a:endParaRPr b="1" i="0" sz="59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 me.</a:t>
            </a:r>
            <a:endParaRPr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2"/>
          <p:cNvSpPr txBox="1"/>
          <p:nvPr>
            <p:ph type="title"/>
          </p:nvPr>
        </p:nvSpPr>
        <p:spPr>
          <a:xfrm>
            <a:off x="152400" y="152400"/>
            <a:ext cx="87630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I’ll never know how much it cost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 see my sin upon that cross.</a:t>
            </a:r>
            <a:endParaRPr b="1" i="0" sz="59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i="1" lang="en-US" sz="4700">
                <a:solidFill>
                  <a:schemeClr val="lt1"/>
                </a:solidFill>
              </a:rPr>
              <a:t>(sing 4x)</a:t>
            </a:r>
            <a:endParaRPr i="1" sz="4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7966445fd3_1_56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Here I am to worship,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here I am to bow down,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7966445fd3_1_60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Here I am to say 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that You’re my God.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7966445fd3_1_6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You’re altogether lovely,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altogether worthy,</a:t>
            </a:r>
            <a:endParaRPr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7966445fd3_1_6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</a:t>
            </a: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ltogether wonderful </a:t>
            </a:r>
            <a:endParaRPr b="1" i="0" sz="59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 me.</a:t>
            </a:r>
            <a:endParaRPr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7966445fd3_1_72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Here I am to worship,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here I am to bow down,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7966445fd3_1_76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Here I am to say 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that You’re my God.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7966445fd3_1_8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You’re altogether lovely,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altogether worthy,</a:t>
            </a:r>
            <a:endParaRPr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7966445fd3_1_8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</a:t>
            </a: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ltogether wonderful </a:t>
            </a:r>
            <a:endParaRPr b="1" i="0" sz="59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 me.</a:t>
            </a:r>
            <a:endParaRPr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  <dc:creator>pastor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