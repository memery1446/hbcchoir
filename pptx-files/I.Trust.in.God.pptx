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custom-properties+xml" PartName="/docProps/custom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5" roundtripDataSignature="AMtx7mjb/ZUKCxkdVz9NKHEhip8XU653o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customschemas.google.com/relationships/presentationmetadata" Target="metadata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" name="Google Shape;24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" name="Google Shape;3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6" name="Google Shape;3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1" name="Google Shape;4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6" name="Google Shape;4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3ca1bd19589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1" name="Google Shape;51;g3ca1bd19589_0_4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caa5756ab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6" name="Google Shape;56;g3caa5756ab7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ca1bd19589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1" name="Google Shape;61;g3ca1bd19589_0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caa5756ab7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6" name="Google Shape;66;g3caa5756ab7_0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layout with centered title and subtitle placeholders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lvl="2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lvl="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lvl="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lvl="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lvl="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lvl="8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14" name="Google Shape;14;p15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5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5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6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6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6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6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0028"/>
            </a:gs>
            <a:gs pos="100000">
              <a:srgbClr val="B3001C"/>
            </a:gs>
          </a:gsLst>
          <a:lin ang="5400000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4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4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4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4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"/>
          <p:cNvSpPr txBox="1"/>
          <p:nvPr>
            <p:ph type="ctrTitle"/>
          </p:nvPr>
        </p:nvSpPr>
        <p:spPr>
          <a:xfrm>
            <a:off x="457200" y="2819171"/>
            <a:ext cx="7772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rPr lang="en-US" sz="5400" u="sng">
                <a:solidFill>
                  <a:schemeClr val="lt1"/>
                </a:solidFill>
              </a:rPr>
              <a:t>Trust in God</a:t>
            </a:r>
            <a:endParaRPr/>
          </a:p>
        </p:txBody>
      </p:sp>
      <p:sp>
        <p:nvSpPr>
          <p:cNvPr id="27" name="Google Shape;27;p1"/>
          <p:cNvSpPr txBox="1"/>
          <p:nvPr>
            <p:ph idx="1" type="subTitle"/>
          </p:nvPr>
        </p:nvSpPr>
        <p:spPr>
          <a:xfrm>
            <a:off x="838200" y="4267200"/>
            <a:ext cx="7391400" cy="23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Words </a:t>
            </a:r>
            <a:r>
              <a:rPr lang="en-US" sz="1800">
                <a:solidFill>
                  <a:schemeClr val="lt1"/>
                </a:solidFill>
              </a:rPr>
              <a:t>and Music by </a:t>
            </a:r>
            <a:r>
              <a:rPr lang="en-US" sz="1800">
                <a:solidFill>
                  <a:schemeClr val="lt1"/>
                </a:solidFill>
              </a:rPr>
              <a:t>Brandon Lake | Chris Brown | Mitch Wong | Steven Furtick</a:t>
            </a:r>
            <a:endParaRPr sz="1800">
              <a:solidFill>
                <a:schemeClr val="lt1"/>
              </a:solidFill>
            </a:endParaRPr>
          </a:p>
          <a:p>
            <a:pPr indent="0" lvl="0" marL="0" marR="0" rtl="0" algn="ctr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  <a:p>
            <a:pPr indent="0" lvl="0" marL="0" marR="0" rtl="0" algn="ctr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lt1"/>
                </a:solidFill>
              </a:rPr>
              <a:t>© 2023 Brandon Lake Music; Music by Elevation Worship Publishing; A Wong Made Write Publishing; Integrity's Praise! Music</a:t>
            </a:r>
            <a:endParaRPr sz="1800">
              <a:solidFill>
                <a:schemeClr val="lt1"/>
              </a:solidFill>
            </a:endParaRPr>
          </a:p>
          <a:p>
            <a:pPr indent="0" lvl="0" marL="0" marR="0" rtl="0" algn="ctr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All rights reserved. Used by permission.</a:t>
            </a:r>
            <a:endParaRPr/>
          </a:p>
          <a:p>
            <a:pPr indent="0" lvl="0" marL="0" marR="0" rtl="0" algn="ctr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CCLI # </a:t>
            </a:r>
            <a:r>
              <a:rPr lang="en-US" sz="1800">
                <a:solidFill>
                  <a:schemeClr val="lt1"/>
                </a:solidFill>
              </a:rPr>
              <a:t>155095</a:t>
            </a:r>
            <a:endParaRPr/>
          </a:p>
        </p:txBody>
      </p:sp>
      <p:sp>
        <p:nvSpPr>
          <p:cNvPr id="28" name="Google Shape;28;p1"/>
          <p:cNvSpPr txBox="1"/>
          <p:nvPr/>
        </p:nvSpPr>
        <p:spPr>
          <a:xfrm>
            <a:off x="7848600" y="6019800"/>
            <a:ext cx="1295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US">
                <a:solidFill>
                  <a:schemeClr val="lt1"/>
                </a:solidFill>
              </a:rPr>
              <a:t>Blessed assurance</a:t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US">
                <a:solidFill>
                  <a:schemeClr val="lt1"/>
                </a:solidFill>
              </a:rPr>
              <a:t>Jesus is mine</a:t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US">
                <a:solidFill>
                  <a:schemeClr val="lt1"/>
                </a:solidFill>
              </a:rPr>
              <a:t>He's been my fourth man </a:t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US">
                <a:solidFill>
                  <a:schemeClr val="lt1"/>
                </a:solidFill>
              </a:rPr>
              <a:t>in the fire</a:t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US">
                <a:solidFill>
                  <a:schemeClr val="lt1"/>
                </a:solidFill>
              </a:rPr>
              <a:t>Time after time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 txBox="1"/>
          <p:nvPr>
            <p:ph type="title"/>
          </p:nvPr>
        </p:nvSpPr>
        <p:spPr>
          <a:xfrm>
            <a:off x="152400" y="274637"/>
            <a:ext cx="8839200" cy="6278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lang="en-US" sz="4200">
                <a:solidFill>
                  <a:schemeClr val="lt1"/>
                </a:solidFill>
              </a:rPr>
              <a:t>Born of His Spirit</a:t>
            </a:r>
            <a:endParaRPr sz="4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lang="en-US" sz="4200">
                <a:solidFill>
                  <a:schemeClr val="lt1"/>
                </a:solidFill>
              </a:rPr>
              <a:t>Washed in His blood</a:t>
            </a:r>
            <a:endParaRPr sz="4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lang="en-US" sz="4200">
                <a:solidFill>
                  <a:schemeClr val="lt1"/>
                </a:solidFill>
              </a:rPr>
              <a:t>And what He did for me on Calvary</a:t>
            </a:r>
            <a:endParaRPr sz="4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lang="en-US" sz="4200">
                <a:solidFill>
                  <a:schemeClr val="lt1"/>
                </a:solidFill>
              </a:rPr>
              <a:t>Is more than enough</a:t>
            </a:r>
            <a:endParaRPr sz="4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4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lang="en-US" sz="4200">
                <a:solidFill>
                  <a:schemeClr val="lt1"/>
                </a:solidFill>
              </a:rPr>
              <a:t>I trust in God</a:t>
            </a:r>
            <a:endParaRPr sz="4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lang="en-US" sz="4200">
                <a:solidFill>
                  <a:schemeClr val="lt1"/>
                </a:solidFill>
              </a:rPr>
              <a:t>My Savior</a:t>
            </a:r>
            <a:endParaRPr sz="4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lang="en-US" sz="4200">
                <a:solidFill>
                  <a:schemeClr val="lt1"/>
                </a:solidFill>
              </a:rPr>
              <a:t>The One who will never fail</a:t>
            </a:r>
            <a:endParaRPr sz="4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lang="en-US" sz="4200">
                <a:solidFill>
                  <a:schemeClr val="lt1"/>
                </a:solidFill>
              </a:rPr>
              <a:t>He will never fail</a:t>
            </a:r>
            <a:endParaRPr sz="4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5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lang="en-US" sz="4200">
                <a:solidFill>
                  <a:schemeClr val="lt1"/>
                </a:solidFill>
              </a:rPr>
              <a:t>Perfect submission</a:t>
            </a:r>
            <a:endParaRPr sz="4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lang="en-US" sz="4200">
                <a:solidFill>
                  <a:schemeClr val="lt1"/>
                </a:solidFill>
              </a:rPr>
              <a:t>All is at rest</a:t>
            </a:r>
            <a:endParaRPr sz="4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lang="en-US" sz="4200">
                <a:solidFill>
                  <a:schemeClr val="lt1"/>
                </a:solidFill>
              </a:rPr>
              <a:t>I know the author of tomorrow</a:t>
            </a:r>
            <a:endParaRPr sz="4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lang="en-US" sz="4200">
                <a:solidFill>
                  <a:schemeClr val="lt1"/>
                </a:solidFill>
              </a:rPr>
              <a:t>Has ordered my steps</a:t>
            </a:r>
            <a:endParaRPr sz="4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ca1bd19589_0_45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US">
                <a:solidFill>
                  <a:schemeClr val="lt1"/>
                </a:solidFill>
              </a:rPr>
              <a:t>So this is my story</a:t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US">
                <a:solidFill>
                  <a:schemeClr val="lt1"/>
                </a:solidFill>
              </a:rPr>
              <a:t>And this is my song</a:t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US">
                <a:solidFill>
                  <a:schemeClr val="lt1"/>
                </a:solidFill>
              </a:rPr>
              <a:t>I’m praising my risen King and Savior</a:t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US">
                <a:solidFill>
                  <a:schemeClr val="lt1"/>
                </a:solidFill>
              </a:rPr>
              <a:t>All the day long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caa5756ab7_0_0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lang="en-US" sz="4200">
                <a:solidFill>
                  <a:schemeClr val="lt1"/>
                </a:solidFill>
              </a:rPr>
              <a:t>I trust in God</a:t>
            </a:r>
            <a:endParaRPr sz="4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lang="en-US" sz="4200">
                <a:solidFill>
                  <a:schemeClr val="lt1"/>
                </a:solidFill>
              </a:rPr>
              <a:t>My Savior</a:t>
            </a:r>
            <a:endParaRPr sz="4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lang="en-US" sz="4200">
                <a:solidFill>
                  <a:schemeClr val="lt1"/>
                </a:solidFill>
              </a:rPr>
              <a:t>The One who will never fail</a:t>
            </a:r>
            <a:endParaRPr sz="4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lang="en-US" sz="4200">
                <a:solidFill>
                  <a:schemeClr val="lt1"/>
                </a:solidFill>
              </a:rPr>
              <a:t>He will never fail</a:t>
            </a:r>
            <a:endParaRPr sz="4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ca1bd19589_0_4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lang="en-US" sz="4200">
                <a:solidFill>
                  <a:schemeClr val="lt1"/>
                </a:solidFill>
              </a:rPr>
              <a:t>I sought the Lord and He heard and He answered </a:t>
            </a:r>
            <a:endParaRPr sz="4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i="1" lang="en-US" sz="4200">
                <a:solidFill>
                  <a:schemeClr val="lt1"/>
                </a:solidFill>
              </a:rPr>
              <a:t>(sing 3x)</a:t>
            </a:r>
            <a:endParaRPr i="1" sz="4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lang="en-US" sz="4200">
                <a:solidFill>
                  <a:schemeClr val="lt1"/>
                </a:solidFill>
              </a:rPr>
              <a:t>That’s why I trust Him</a:t>
            </a:r>
            <a:endParaRPr sz="4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lang="en-US" sz="4200">
                <a:solidFill>
                  <a:schemeClr val="lt1"/>
                </a:solidFill>
              </a:rPr>
              <a:t>That’s why I trust Him</a:t>
            </a:r>
            <a:endParaRPr sz="4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caa5756ab7_0_8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lang="en-US" sz="4200">
                <a:solidFill>
                  <a:schemeClr val="lt1"/>
                </a:solidFill>
              </a:rPr>
              <a:t>I trust in God</a:t>
            </a:r>
            <a:endParaRPr sz="4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lang="en-US" sz="4200">
                <a:solidFill>
                  <a:schemeClr val="lt1"/>
                </a:solidFill>
              </a:rPr>
              <a:t>My Savior</a:t>
            </a:r>
            <a:endParaRPr sz="4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lang="en-US" sz="4200">
                <a:solidFill>
                  <a:schemeClr val="lt1"/>
                </a:solidFill>
              </a:rPr>
              <a:t>The One who will never fail</a:t>
            </a:r>
            <a:endParaRPr sz="4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lang="en-US" sz="4200">
                <a:solidFill>
                  <a:schemeClr val="lt1"/>
                </a:solidFill>
              </a:rPr>
              <a:t>He will never fail</a:t>
            </a:r>
            <a:endParaRPr sz="4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i="1" lang="en-US" sz="4200">
                <a:solidFill>
                  <a:schemeClr val="lt1"/>
                </a:solidFill>
              </a:rPr>
              <a:t>(sing 2x)</a:t>
            </a:r>
            <a:endParaRPr i="1" sz="4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efault Design">
  <a:themeElements>
    <a:clrScheme name="Default Design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BBE0E3"/>
      </a:accent4>
      <a:accent5>
        <a:srgbClr val="333399"/>
      </a:accent5>
      <a:accent6>
        <a:srgbClr val="FFFFFF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1601-01-01T00:00:00Z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