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hjN46rM/K/3Z2EVihUgCdNQDXy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10171607294a8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510171607294a83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10171607294a83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510171607294a83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10171607294a83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510171607294a83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10171607294a8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510171607294a83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10171607294a83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510171607294a83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10171607294a83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510171607294a83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10171607294a8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510171607294a83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10171607294a83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510171607294a83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10171607294a83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510171607294a83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10171607294a83_13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510171607294a83_13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510171607294a83_1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10171607294a83_137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510171607294a83_1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510171607294a83_1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510171607294a83_1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510171607294a83_1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510171607294a83_1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510171607294a83_144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510171607294a83_144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510171607294a83_1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510171607294a83_1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510171607294a83_1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510171607294a83_152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510171607294a83_152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510171607294a83_1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510171607294a83_156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510171607294a83_1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510171607294a83_159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510171607294a83_15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510171607294a83_15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510171607294a83_15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g3510171607294a83_15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510171607294a83_165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510171607294a83_1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510171607294a83_168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510171607294a83_168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510171607294a83_1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510171607294a83_17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10171607294a83_1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510171607294a83_1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g3510171607294a83_1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Savior, Like a Shepherd Lead Us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723900" y="4343400"/>
            <a:ext cx="76962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Dorothy A. Thrupp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William B. Bradbury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56" name="Google Shape;56;p1"/>
          <p:cNvSpPr txBox="1"/>
          <p:nvPr/>
        </p:nvSpPr>
        <p:spPr>
          <a:xfrm>
            <a:off x="7696200" y="5943600"/>
            <a:ext cx="129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744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Savior, like a shepherd lead 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Much we need Thy tender care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Thy pleasant pastures feed 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our use Thy folds prepare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Jesus, blessed Jesus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hast bought us, Thine we are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Jesus, blessed Jesus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hast bought us, Thine we are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Thine; do Thou befriend 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 the guardian of our way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Keep Thy flock, from sin defend 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Seek us when we go astray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Jesus, blessed Jesus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Hear, O hear us when we pray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Blessed Jesus, blessed Jesus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Hear, O hear us when we pray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hast promised to receive us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Poor and sinful though we be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hast mercy to relieve us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Grace to cleanse, and pow’r to free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Jesus, blessed Jesus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let us turn to Thee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Jesus, blessed Jesus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let us turn to Thee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let us seek Thy favor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let us do Thy will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Lord and only Savior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Thy love our beings fill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Jesus, blessed Jesus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hast loved us, love us still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Blessed Jesus, blessed Jesus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hast loved us, love us still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(repeat)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12" scaled="0"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10171607294a83_9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Savior, Like a Shepherd Lead Us</a:t>
            </a:r>
            <a:endParaRPr/>
          </a:p>
        </p:txBody>
      </p:sp>
      <p:sp>
        <p:nvSpPr>
          <p:cNvPr id="102" name="Google Shape;102;g3510171607294a83_91"/>
          <p:cNvSpPr txBox="1"/>
          <p:nvPr>
            <p:ph idx="1" type="subTitle"/>
          </p:nvPr>
        </p:nvSpPr>
        <p:spPr>
          <a:xfrm>
            <a:off x="723900" y="4343400"/>
            <a:ext cx="76962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Dorothy A. Thrupp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William B. Bradbury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103" name="Google Shape;103;g3510171607294a83_91"/>
          <p:cNvSpPr txBox="1"/>
          <p:nvPr/>
        </p:nvSpPr>
        <p:spPr>
          <a:xfrm>
            <a:off x="7696200" y="5943600"/>
            <a:ext cx="12954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744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12" scaled="0"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10171607294a83_9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Savior, like a shepherd lead 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Much we need Thy tender care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Thy pleasant pastures feed 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our use Thy folds prepare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12" scaled="0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10171607294a83_10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Jesus, blessed Jesus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hast bought us, Thine we are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Jesus, blessed Jesus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hast bought us, Thine we are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12" scaled="0"/>
        </a:gra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10171607294a83_10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Thine; do Thou befriend 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 the guardian of our way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Keep Thy flock, from sin defend 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Seek us when we go astray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12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10171607294a83_10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Jesus, blessed Jesus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Hear, O hear us when we pray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Blessed Jesus, blessed Jesus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Hear, O hear us when we pray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12" scaled="0"/>
        </a:gra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10171607294a83_11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hast promised to receive us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Poor and sinful though we be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hast mercy to relieve us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Grace to cleanse, and pow’r to free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12" scaled="0"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10171607294a83_11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Jesus, blessed Jesus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let us turn to Thee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Jesus, blessed Jesus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let us turn to Thee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12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10171607294a83_12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let us seek Thy favor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let us do Thy will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Lord and only Savior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Thy love our beings fill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12" scaled="0"/>
        </a:gra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10171607294a83_12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Blessed Jesus, blessed Jesus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hast loved us, love us still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Blessed Jesus, blessed Jesus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hast loved us, love us still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(repeat)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