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Fjalla One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FjallaOne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26ae1f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f626ae1f4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626ae1f4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f626ae1f47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626ae1f4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f626ae1f47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626ae1f4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f626ae1f47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626ae1f4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f626ae1f47_0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26ae1f4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f626ae1f47_0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6585d8c2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f6585d8c27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6585d8c2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f6585d8c27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585d8c2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f6585d8c27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6619982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f6619982cc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6619982c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f6619982cc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6619982c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f6619982cc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6619982c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f6619982cc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6619982c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f6619982cc_0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6619982c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f6619982cc_0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6619982c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f6619982cc_0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6619982c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f6619982cc_0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6619982c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g3f6619982cc_0_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6619982c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f6619982cc_0_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6619982c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f6619982cc_0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6619982c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f6619982cc_0_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6619982c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f6619982cc_0_4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6619982c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3f6619982cc_0_5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23050" y="724650"/>
            <a:ext cx="8697900" cy="4032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43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ALL CREATURES OUR OUR GOD AND KING</a:t>
            </a: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/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43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Let Everything That Has Breath</a:t>
            </a:r>
            <a:endParaRPr b="1" sz="43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Text: St. </a:t>
            </a: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Francis</a:t>
            </a: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of Assisi; Music: Geistliche Kirchengesang/Words and Music: Matt Redman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© Copyright 1999 Thankyou Music (PRS) (Administered worldwide by EMI CMG Publishing)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rights reserved. Used by permission.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CCLI # 155095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creatures of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our God and King,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lift up your voice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with us sing,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Alleluia! Alleluia!</a:t>
            </a:r>
            <a:endParaRPr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Thou burning sun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 golden beam,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Thou silver moon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 softer gleam,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praise Him!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praise Him!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Alleluia! Alleluia!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Alleluia!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14300" y="188119"/>
            <a:ext cx="89154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 ev'rything that,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ev'rything that,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ev'rything that has breath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praise the Lord. </a:t>
            </a:r>
            <a:r>
              <a:rPr i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2x)</a:t>
            </a:r>
            <a:endParaRPr i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114300" y="188119"/>
            <a:ext cx="89154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Praise You in the morning,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praise You in the evening,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praise you when I’m young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when I’m old.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Praise You when I’m laughing,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praise You when I’m </a:t>
            </a: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grieving</a:t>
            </a: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praise You ev’ry season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the soul.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we could see how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much You’re worth,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pow’r, Your might,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endless love,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Then surely we would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never cease to praise.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type="title"/>
          </p:nvPr>
        </p:nvSpPr>
        <p:spPr>
          <a:xfrm>
            <a:off x="114300" y="188119"/>
            <a:ext cx="89154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Praise You in the heavens,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joining with the angels,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praising You forever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a day</a:t>
            </a: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Praise You on the earth now,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joining with creation,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calling all the nations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Your praise.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they could see how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much You’re worth,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pow’r, Your might,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endless love,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Then surely they would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never cease to praise.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>
            <p:ph type="title"/>
          </p:nvPr>
        </p:nvSpPr>
        <p:spPr>
          <a:xfrm>
            <a:off x="114300" y="188119"/>
            <a:ext cx="89154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 ev'rything that,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ev'rything that,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ev'rything that has breath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praise the Lord. </a:t>
            </a:r>
            <a:r>
              <a:rPr i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2x)</a:t>
            </a:r>
            <a:endParaRPr i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114300" y="188119"/>
            <a:ext cx="89154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Men:</a:t>
            </a: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All creatures of our God and King,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Women:</a:t>
            </a: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 ev'rything that,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ev'rything that,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ev'rything that has breath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praise the Lord.</a:t>
            </a:r>
            <a:endParaRPr i="1"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>
            <p:ph type="title"/>
          </p:nvPr>
        </p:nvSpPr>
        <p:spPr>
          <a:xfrm>
            <a:off x="114300" y="188119"/>
            <a:ext cx="89154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Men:</a:t>
            </a: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Lift up your voice, and with us sing.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Women:</a:t>
            </a: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Let ev'rything that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ev'rything that,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ev'rything that has breath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praise the Lord.</a:t>
            </a:r>
            <a:endParaRPr i="1"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>
            <p:ph type="title"/>
          </p:nvPr>
        </p:nvSpPr>
        <p:spPr>
          <a:xfrm>
            <a:off x="114300" y="188119"/>
            <a:ext cx="89154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Men:</a:t>
            </a: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Thou rising moon with praise rejoice.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Women:</a:t>
            </a: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Let ev'rything that,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ev'rything that,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ev'rything that has breath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praise the Lord.</a:t>
            </a:r>
            <a:endParaRPr i="1"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114300" y="188119"/>
            <a:ext cx="89154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Men:</a:t>
            </a: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Ye lights of evening find a voice.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Women:</a:t>
            </a: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Let ev'rything that,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ev'rything that,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ev'rything that has breath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praise the Lord.</a:t>
            </a:r>
            <a:endParaRPr i="1"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type="title"/>
          </p:nvPr>
        </p:nvSpPr>
        <p:spPr>
          <a:xfrm>
            <a:off x="114300" y="188119"/>
            <a:ext cx="89154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Women</a:t>
            </a:r>
            <a:r>
              <a:rPr i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Let all things their Creator bless.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</a:t>
            </a:r>
            <a:r>
              <a:rPr i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Let ev'rything that,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ev'rything that,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ev'rything that has breath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praise the Lord.</a:t>
            </a:r>
            <a:endParaRPr i="1"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>
            <p:ph type="title"/>
          </p:nvPr>
        </p:nvSpPr>
        <p:spPr>
          <a:xfrm>
            <a:off x="114300" y="188119"/>
            <a:ext cx="89154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3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Women:</a:t>
            </a: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worship Him in humbleness.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Men:</a:t>
            </a: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Let ev'rything that,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ev'rything that,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ev'rything that has breath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praise the Lord.</a:t>
            </a:r>
            <a:endParaRPr i="1"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"/>
          <p:cNvSpPr txBox="1"/>
          <p:nvPr>
            <p:ph type="title"/>
          </p:nvPr>
        </p:nvSpPr>
        <p:spPr>
          <a:xfrm>
            <a:off x="114300" y="188119"/>
            <a:ext cx="89154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3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Women:</a:t>
            </a: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Praise, praise the Father, 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praise the Son.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Men:</a:t>
            </a: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Let ev'rything that,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ev'rything that,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ev'rything that has breath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praise the Lord.</a:t>
            </a:r>
            <a:endParaRPr i="1"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/>
          <p:nvPr>
            <p:ph type="title"/>
          </p:nvPr>
        </p:nvSpPr>
        <p:spPr>
          <a:xfrm>
            <a:off x="114300" y="188119"/>
            <a:ext cx="89154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3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Women:</a:t>
            </a: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praise the Spirit, 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Three in One</a:t>
            </a: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Men:</a:t>
            </a: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Let ev'rything that,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ev'rything that,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ev'rything that has breath</a:t>
            </a:r>
            <a:endParaRPr i="1"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>
            <p:ph type="title"/>
          </p:nvPr>
        </p:nvSpPr>
        <p:spPr>
          <a:xfrm>
            <a:off x="114300" y="188119"/>
            <a:ext cx="89154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All: </a:t>
            </a: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Praise the Lord!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