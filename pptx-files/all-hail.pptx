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jalla On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jallaOne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cab417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bcab4171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cab4171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cab41710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cab4171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cab41710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cab4171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bcab41710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cab4171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bcab41710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cab4171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bcab41710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593850"/>
            <a:ext cx="8697900" cy="395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ALL HAIL THE POWER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OF JESUS’ NAME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Words: St. 1,2, Edward Perronet; st. 3,4, John Rippon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 by Oliver Holden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hail the pow’r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Jesus’ name!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angels prostrate fall;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ring forth the royal diadem,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crown Him Lord of all!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 chosen seed of Israel’s race,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 ransomed from the fall,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Hail Him who saves you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His grace,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crown Him Lord of all.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ev’ry kindred,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ev’ry tribe,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this terrestrial ball,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Him all majesty ascribe,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crown Him Lord of all.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that with yonder sacred throng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at His feet may fall!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We’ll join the everlasting song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crown Him Lord of all.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