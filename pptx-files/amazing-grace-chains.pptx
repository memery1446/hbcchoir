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  <p:sldMasterId id="214748365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2" roundtripDataSignature="AMtx7mhHHCkMhcIwjMMkoHIpVRTNaUZey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customschemas.google.com/relationships/presentationmetadata" Target="metadata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bde736add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g3bde736adda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c7454e5ab8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g3c7454e5ab8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c7454e5ab8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g3c7454e5ab8_1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c7454e5ab8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g3c7454e5ab8_1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c7454e5ab8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g3c7454e5ab8_1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/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3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2pPr>
            <a:lvl3pPr lvl="2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3pPr>
            <a:lvl4pPr lvl="3" algn="ct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lvl="4" algn="ct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3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3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3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46441"/>
            </a:gs>
            <a:gs pos="100000">
              <a:srgbClr val="022E1E"/>
            </a:gs>
          </a:gsLst>
          <a:lin ang="5400000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2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2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46441"/>
            </a:gs>
            <a:gs pos="100000">
              <a:srgbClr val="022E1E"/>
            </a:gs>
          </a:gsLst>
          <a:lin ang="5400000" scaled="0"/>
        </a:gra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" name="Google Shape;19;p14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" name="Google Shape;20;p14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p14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" name="Google Shape;22;p14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"/>
          <p:cNvSpPr txBox="1"/>
          <p:nvPr>
            <p:ph type="ctrTitle"/>
          </p:nvPr>
        </p:nvSpPr>
        <p:spPr>
          <a:xfrm>
            <a:off x="685800" y="2209800"/>
            <a:ext cx="7772400" cy="1219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i="0" lang="en-US" sz="4800" u="sng">
                <a:solidFill>
                  <a:schemeClr val="lt1"/>
                </a:solidFill>
              </a:rPr>
              <a:t>Amazing Grace</a:t>
            </a:r>
            <a:br>
              <a:rPr i="0" lang="en-US" sz="4800" u="sng">
                <a:solidFill>
                  <a:schemeClr val="lt1"/>
                </a:solidFill>
              </a:rPr>
            </a:br>
            <a:r>
              <a:rPr i="0" lang="en-US" sz="4800" u="sng">
                <a:solidFill>
                  <a:schemeClr val="lt1"/>
                </a:solidFill>
              </a:rPr>
              <a:t>(My Chains Are Gone)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3" name="Google Shape;33;p1"/>
          <p:cNvSpPr txBox="1"/>
          <p:nvPr>
            <p:ph idx="1" type="subTitle"/>
          </p:nvPr>
        </p:nvSpPr>
        <p:spPr>
          <a:xfrm>
            <a:off x="914400" y="4642335"/>
            <a:ext cx="7315200" cy="19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i="0" lang="en-US" sz="1800" u="none">
                <a:solidFill>
                  <a:schemeClr val="lt1"/>
                </a:solidFill>
              </a:rPr>
              <a:t>Words by John Newton (verses); additional lyrics by Chris Tomlin and Louie Giglio.Music from </a:t>
            </a:r>
            <a:r>
              <a:rPr i="1" lang="en-US" sz="1800" u="none">
                <a:solidFill>
                  <a:schemeClr val="lt1"/>
                </a:solidFill>
              </a:rPr>
              <a:t>Virginia Harmony;</a:t>
            </a:r>
            <a:r>
              <a:rPr i="0" lang="en-US" sz="1800" u="none">
                <a:solidFill>
                  <a:schemeClr val="lt1"/>
                </a:solidFill>
              </a:rPr>
              <a:t> chorus by Chris Tomlin and Louie Giglio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i="0" sz="18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i="0" sz="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i="0" lang="en-US" sz="1800" u="none">
                <a:solidFill>
                  <a:schemeClr val="lt1"/>
                </a:solidFill>
              </a:rPr>
              <a:t>© Copyright 2002 worshiptogether.com songs/Sixsteps Music (admin. by EMI CMG Publishing). All rights reserved. Used by permission.</a:t>
            </a:r>
            <a:r>
              <a:rPr lang="en-US">
                <a:solidFill>
                  <a:schemeClr val="lt1"/>
                </a:solidFill>
              </a:rPr>
              <a:t> </a:t>
            </a:r>
            <a:r>
              <a:rPr i="0" lang="en-US" sz="1800" u="none">
                <a:solidFill>
                  <a:schemeClr val="lt1"/>
                </a:solidFill>
              </a:rPr>
              <a:t>CCLI  #</a:t>
            </a:r>
            <a:r>
              <a:rPr lang="en-US" sz="1800">
                <a:solidFill>
                  <a:schemeClr val="lt1"/>
                </a:solidFill>
              </a:rPr>
              <a:t>155095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4" name="Google Shape;34;p1"/>
          <p:cNvSpPr txBox="1"/>
          <p:nvPr/>
        </p:nvSpPr>
        <p:spPr>
          <a:xfrm>
            <a:off x="7924800" y="6034087"/>
            <a:ext cx="1219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0" lang="en-US" sz="6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Amazing grace, how sweet the sound</a:t>
            </a:r>
            <a:br>
              <a:rPr b="1" i="0" lang="en-US" sz="6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6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that saved a wretch like me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"/>
          <p:cNvSpPr txBox="1"/>
          <p:nvPr>
            <p:ph type="title"/>
          </p:nvPr>
        </p:nvSpPr>
        <p:spPr>
          <a:xfrm>
            <a:off x="152400" y="274637"/>
            <a:ext cx="8839200" cy="6278562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0" lang="en-US" sz="6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 once was lost, but now I’m found</a:t>
            </a:r>
            <a:br>
              <a:rPr b="1" i="0" lang="en-US" sz="6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6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was blind, but now I see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"/>
          <p:cNvSpPr txBox="1"/>
          <p:nvPr>
            <p:ph type="title"/>
          </p:nvPr>
        </p:nvSpPr>
        <p:spPr>
          <a:xfrm>
            <a:off x="114300" y="250825"/>
            <a:ext cx="8915400" cy="6354762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0" lang="en-US" sz="6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’Twas grace that taught</a:t>
            </a:r>
            <a:br>
              <a:rPr b="1" i="0" lang="en-US" sz="6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6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my heart to fear</a:t>
            </a:r>
            <a:br>
              <a:rPr b="1" i="0" lang="en-US" sz="6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6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and grace my fears relieved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0" lang="en-US" sz="6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How precious did that grace appear</a:t>
            </a:r>
            <a:br>
              <a:rPr b="1" i="0" lang="en-US" sz="6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6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 hour I first believed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6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0" lang="en-US" sz="6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My chains are gone, I’ve been set free</a:t>
            </a:r>
            <a:br>
              <a:rPr b="1" i="0" lang="en-US" sz="6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6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My God, my Savior has ransomed me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bde736adda_0_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0" lang="en-US" sz="6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And like a flood His mercy reigns</a:t>
            </a:r>
            <a:br>
              <a:rPr b="1" i="0" lang="en-US" sz="6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6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Unending love, amazing grace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7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0" lang="en-US" sz="6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 Lord has promised good to me</a:t>
            </a:r>
            <a:br>
              <a:rPr b="1" i="0" lang="en-US" sz="6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6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His word my hope secures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8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0" lang="en-US" sz="6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He will my shield and portion be</a:t>
            </a:r>
            <a:br>
              <a:rPr b="1" i="0" lang="en-US" sz="6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6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as long as life endures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c7454e5ab8_1_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0" lang="en-US" sz="6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My chains are gone, I’ve been set free</a:t>
            </a:r>
            <a:br>
              <a:rPr b="1" i="0" lang="en-US" sz="6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6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My God, my Savior has ransomed me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c7454e5ab8_1_4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0" lang="en-US" sz="6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And like a flood His mercy reigns</a:t>
            </a:r>
            <a:br>
              <a:rPr b="1" i="0" lang="en-US" sz="6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6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Unending love, amazing grace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c7454e5ab8_1_8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0" lang="en-US" sz="6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My chains are gone, I’ve been set free</a:t>
            </a:r>
            <a:br>
              <a:rPr b="1" i="0" lang="en-US" sz="6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6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My God, my Savior has ransomed me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c7454e5ab8_1_1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0" lang="en-US" sz="6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And like a flood His mercy reigns</a:t>
            </a:r>
            <a:br>
              <a:rPr b="1" i="0" lang="en-US" sz="6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6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Unending love, amazing grace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0" lang="en-US" sz="6000" u="none">
                <a:solidFill>
                  <a:schemeClr val="lt1"/>
                </a:solidFill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The earth shall soon</a:t>
            </a:r>
            <a:br>
              <a:rPr b="1" i="0" lang="en-US" sz="6000" u="none">
                <a:solidFill>
                  <a:schemeClr val="lt1"/>
                </a:solidFill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6000" u="none">
                <a:solidFill>
                  <a:schemeClr val="lt1"/>
                </a:solidFill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dissolve like snow</a:t>
            </a:r>
            <a:br>
              <a:rPr b="1" i="0" lang="en-US" sz="6000" u="none">
                <a:solidFill>
                  <a:schemeClr val="lt1"/>
                </a:solidFill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6000" u="none">
                <a:solidFill>
                  <a:schemeClr val="lt1"/>
                </a:solidFill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The sun forbear to shine</a:t>
            </a:r>
            <a:endParaRPr>
              <a:solidFill>
                <a:schemeClr val="lt1"/>
              </a:solidFill>
              <a:highlight>
                <a:schemeClr val="dk1"/>
              </a:highlight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1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0" lang="en-US" sz="6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But God, who called me here below</a:t>
            </a:r>
            <a:br>
              <a:rPr b="1" i="0" lang="en-US" sz="6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6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will be forever mine</a:t>
            </a:r>
            <a:br>
              <a:rPr b="1" i="0" lang="en-US" sz="6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6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will be forever mine</a:t>
            </a:r>
            <a:br>
              <a:rPr b="1" i="0" lang="en-US" sz="6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6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You are forever mine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6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  <dc:creator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