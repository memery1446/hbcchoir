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Fjalla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Fjalla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4efb6e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4efb6ef5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4efb6ef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b4efb6ef5_1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4efb6ef5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b4efb6ef5_1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64e47c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864e47c1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4f529c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b4f529c35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4f529c3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b4f529c35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4f529c3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b4f529c35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4eb37c4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b4eb37c4a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4efb6ef5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b4efb6ef5_1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4f529c3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b4f529c35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4f529c3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b4f529c35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4efb71d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b4efb71d8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4efb71d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b4efb71d8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4f529c3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b4f529c35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286050"/>
            <a:ext cx="8697900" cy="4571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SHELTERED IN THE </a:t>
            </a:r>
            <a:b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</a:b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ARMS OF GOD MEDLEY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Arranged by Russell Mauldin;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Dottie Rambo/Jimmie Davis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by </a:t>
            </a: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Elisha A. Hoffman/Anthony J. Showalter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1969 Peermusic Ltd. Arrangement © 2010 Peermusic Ltd.</a:t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Arrangement </a:t>
            </a: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2011 Universal Music - Brentwood Benson Publishing. CCLI # 155095</a:t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feel the touch of hands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kind and tender.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They're leading me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paths that I must trod.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have no fear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Jesus walks beside 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I'm sheltered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arms of God.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let the storms rage high,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dark clouds rise.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They won't worry 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I'm sheltered safe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within the arms of God.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walks with me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naught of earth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shall harm 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I'm sheltered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arms of God.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Soon I shall hear the call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Heaven's portals,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“Come home, My child,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it's the last mile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must trod.”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I'll fall asleep and wake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God's new Heaven,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sheltered safe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within the arms of God.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let the storms rage high,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dark clouds rise.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They won't worry 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I'm sheltered safe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within the arms of God.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walks with me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naught of earth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shall harm 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I'm sheltered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arms of God.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 I'm sheltered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arms of God!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have I to dread?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have I to fear?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on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everlasting arms.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have blessed peace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my Lord so near,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on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everlasting arms.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</a:t>
            </a:r>
            <a:r>
              <a:rPr b="1"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(leaning on Jesus)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eaning </a:t>
            </a:r>
            <a:r>
              <a:rPr b="1"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(leaning on Jesus)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safe and secure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all alarms.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</a:t>
            </a:r>
            <a:r>
              <a:rPr b="1"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(leaning on Jesus)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</a:t>
            </a:r>
            <a:r>
              <a:rPr b="1"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(leaning on Jesus)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on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everlasting arms.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</a:t>
            </a:r>
            <a:r>
              <a:rPr b="1"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(leaning on Jesus)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</a:t>
            </a:r>
            <a:r>
              <a:rPr b="1"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(leaning on Jesus)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safe and secure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all alarms.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</a:t>
            </a:r>
            <a:r>
              <a:rPr b="1"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(leaning on Jesus)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</a:t>
            </a:r>
            <a:r>
              <a:rPr b="1"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(leaning on Jesus)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on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everlasting arms.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Leaning on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everlasting arms!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