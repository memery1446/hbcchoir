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Fjalla One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font" Target="fonts/Fjalla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cab4171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cab41710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befffcd988cd8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h2befffcd988cd84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befffcd988cd84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h2befffcd988cd846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befffcd988cd84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h2befffcd988cd846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3754cd99a291c1d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h3754cd99a291c1d0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3754cd99a291c1d0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h3754cd99a291c1d0_1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754cd99a291c1d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h3754cd99a291c1d0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7bf98b7fe57b6f2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h7bf98b7fe57b6f2e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1047900"/>
            <a:ext cx="8697900" cy="304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BE THOU MY VISION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Words: Ancient Irish; tr. Mary E. Byrne; versified, Eleanor H. Hull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Music: Traditional Irish Melody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Thou my Vision,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Lord of my heart.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Naught be all else to me,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save that Thou art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my best thought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day or by night.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Waking or sleeping,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Thy presence my light.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Thou my Wisdom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Thou my true Word.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ever with Thee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Thou with me, Lord.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my great Father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I, Thy true son.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in me dwelling,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with Thee one.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Riches I heed not,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nor man’s empty praise.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mine inheritance,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and always.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and Thou only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first in my heart.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King of heaven,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treasure Thou art.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King of heaven,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victory won.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 I reach heaven’s joys,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 bright heaven’s Sun!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Heart of my own heart,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whatever befall,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still be my Vision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Ruler of all.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and Thou only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first in my heart.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King of heaven,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treasure Thou art.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