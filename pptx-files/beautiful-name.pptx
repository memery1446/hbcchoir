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055">
          <p15:clr>
            <a:srgbClr val="000000"/>
          </p15:clr>
        </p15:guide>
        <p15:guide id="2" pos="2870">
          <p15:clr>
            <a:srgbClr val="000000"/>
          </p15:clr>
        </p15:guide>
        <p15:guide id="3" pos="2976">
          <p15:clr>
            <a:srgbClr val="747775"/>
          </p15:clr>
        </p15:guide>
        <p15:guide id="4" pos="3072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hCpe8xlUWTTIZaTJW4W0zmbDDu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55" orient="horz"/>
        <p:guide pos="2870"/>
        <p:guide pos="2976"/>
        <p:guide pos="30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3822401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83822401b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3822401b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83822401b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3822401b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83822401b4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3822401b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83822401b4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31cc417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e31cc417e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31cc417e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e31cc417e2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31cc417e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e31cc417e2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31cc417e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e31cc417e2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3822401b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83822401b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0399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What a Beautiful Name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334719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Ben Fielding | Brooke Ligertwood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2016 Hillsong Music Publishing Australia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All rights reserved. Used by permission.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 were the Word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at the beginning,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one with God,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Lord Most High.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Your hidden glory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in creation,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now revealed in You,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our Christ.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beautiful Name it is,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beautiful Name it is,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 Christ, my King.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beautiful Name it is,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nothing compares to this.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beautiful Name it is,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Jesus.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 didn't want heaven without us,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so Jesus, You brought heaven down.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My sin was great,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Your love was greater;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could separate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us now?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wonderful Name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it is,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wonderful Name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it is,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 Christ, my King.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wonderful Name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it is,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nothing compares to this.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wonderful Name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it is,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Jesus.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wonderful Name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it is,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Jesus!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Death could not hold You,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veil tore before You.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 silence the boast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of sin and grave.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3822401b4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heavens are roaring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praise of Your glory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for You are raised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to life again.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3822401b4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 have no rival.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 have no equal.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Now and forever God,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 reign.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3822401b4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Yours is the kingdom,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Yours is the glory,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Yours is the Name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above all names.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3822401b4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powerful Name it is.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powerful Name it is,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 Christ, my King.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 txBox="1"/>
          <p:nvPr>
            <p:ph type="title"/>
          </p:nvPr>
        </p:nvSpPr>
        <p:spPr>
          <a:xfrm>
            <a:off x="228600" y="288925"/>
            <a:ext cx="86868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powerful Name it is,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nothing can stand against.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powerful Name it is,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Jesus.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31cc417e2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 have no rival.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 have no equal.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Now and forever God,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 reign.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31cc417e2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Yours is the kingdom,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Yours is the glory,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Yours is the Name 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above all names.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31cc417e2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powerful Name it is.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powerful Name it is,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 Christ, my King.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31cc417e2_0_12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powerful Name it is,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nothing can stand against.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powerful Name it is,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Jesus.</a:t>
            </a:r>
            <a:endParaRPr b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3822401b4_0_16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What a powerful Name it is,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the Name of Jesus.</a:t>
            </a:r>
            <a:endParaRPr b="1" sz="5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1" lang="en-US" sz="5100">
                <a:solidFill>
                  <a:schemeClr val="lt1"/>
                </a:solidFill>
              </a:rPr>
              <a:t>(sing 2x)</a:t>
            </a:r>
            <a:endParaRPr i="1"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