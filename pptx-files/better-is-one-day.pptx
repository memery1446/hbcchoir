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jalla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jallaOne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20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20e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26ae202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626ae2024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6ae20e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626ae20ef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26ae20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626ae20ef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26ae20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26ae20ef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24650"/>
            <a:ext cx="8697900" cy="364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BETTER IS ONE DAY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Matt Redman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1995 Thankyou Music (PRS) (admin. worldwide by EMI CMG Publishing excluding Europe which is admin. by kingswaysongs.com).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lovely is 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dwelling place,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Lord Almighty;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my soul longs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even faints for You.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here my heart is satisfied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Your presence;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sing beneath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shadow of Your wings.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house.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thousands elsewhere.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thing I ask and I would seek: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see Your beauty,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find you in the place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glory dwells.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house.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thousands elsewhere.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heart and flesh cry out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You, the </a:t>
            </a: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living</a:t>
            </a: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God.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Spirit’s water for my soul.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tasted and I’ve seen.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 once again to me.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draw near to You.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 will draw near to You!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house.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is one day in your courts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thousands elsewhere.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4x)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