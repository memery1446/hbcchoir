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31pGV6XksCMRuOeeWdi/96PgV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75561bb2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75561bb24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75561bb24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75561bb24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75561bb24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75561bb24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5561bb24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75561bb24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561bb24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75561bb24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5561bb24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75561bb24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561bb24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75561bb24a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5561bb24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75561bb24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5561bb2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75561bb24a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5561bb24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75561bb24a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5561bb24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75561bb24a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5561bb2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75561bb24a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5561bb24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75561bb24a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5561bb24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75561bb24a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5561bb24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75561bb24a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5561bb24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75561bb24a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5561bb24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75561bb24a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5561bb24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75561bb24a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5561bb24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75561bb24a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i="0" lang="en-US" sz="5400" u="sng">
                <a:solidFill>
                  <a:schemeClr val="lt1"/>
                </a:solidFill>
              </a:rPr>
              <a:t>Blessed Be the Name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558500"/>
            <a:ext cx="7543800" cy="2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Charles Wesley, alt.; chorus, Ralph E. Hudson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Music: Anonymous; arr. Ralph E. Hudson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for a thousand tongues to sing,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5561bb24a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glories of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God and King,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75561bb24a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5561bb24a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5561bb24a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Jesus,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that calms my fears,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5561bb24a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’Tis music in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sinner’s ears,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561bb24a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5561bb24a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5561bb24a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5561bb24a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breaks the pow’r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canceled sin,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5561bb24a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blood can make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foulest clean,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5561bb24a_0_4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5561bb24a_0_4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5561bb24a_0_5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5561bb24a_0_5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never shall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forget that day,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5561bb24a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Jesus washed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sins away,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</a:t>
            </a:r>
            <a:r>
              <a:rPr b="1" lang="en-US" sz="5900">
                <a:solidFill>
                  <a:schemeClr val="lt1"/>
                </a:solidFill>
              </a:rPr>
              <a:t>!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5561bb24a_0_6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5561bb24a_0_6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5561bb24a_0_6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5561bb24a_0_7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