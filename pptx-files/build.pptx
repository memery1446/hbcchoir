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Fjalla One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FjallaOn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2befffcd988cd8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h2befffcd988cd846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befffcd988cd84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h2befffcd988cd846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efffcd988cd846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h2befffcd988cd846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3754cd99a291c1d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h3754cd99a291c1d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3754cd99a291c1d0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h3754cd99a291c1d0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3754cd99a291c1d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h3754cd99a291c1d0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754cd99a291c1d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h3754cd99a291c1d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3754cd99a291c1d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h3754cd99a291c1d0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3754cd99a291c1d0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h3754cd99a291c1d0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3754cd99a291c1d0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h3754cd99a291c1d0_1_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3754cd99a291c1d0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h3754cd99a291c1d0_1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754cd99a291c1d0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h3754cd99a291c1d0_1_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3754cd99a291c1d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h3754cd99a291c1d0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754cd99a291c1d0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h3754cd99a291c1d0_1_3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3754cd99a291c1d0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h3754cd99a291c1d0_1_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3754cd99a291c1d0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h3754cd99a291c1d0_1_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886350"/>
            <a:ext cx="8697900" cy="3370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BUILD MY LIFE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Patt Barrett, Matt Redman, Brett Younker, Kirby Kaple and Karl Martin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Copyright 2018 by Bowyer &amp; Bow, Sparrow Capitol CMG 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ev’ry song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sing,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all the praise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ev’ry breath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breathe,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the Name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every other name,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the only One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could ever save,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every breath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breathe,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we live for you!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Holy, there is no one like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none beside you.</a:t>
            </a:r>
            <a:b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up my eyes in wonder.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 me who You are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fill me with Your heart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me in Your love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those around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ev’ry song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sing,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all the praise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bring,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ev’ry breath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breathe,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the Name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above every other name,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the only One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could ever save,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Worthy of every breath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could ever breathe,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 live for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Oh, we live for you!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Holy, there is no one like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none beside you.</a:t>
            </a:r>
            <a:b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up my eyes in wonder.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 me who You are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fill me with Your heart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me in Your love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those around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build my life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Your love.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a firm foundation.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put my trust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You alone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not be shaken.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build my life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upon Your love.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is a firm foundation.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will put my trust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You alone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I will not be shaken.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Holy, there is no one like you.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none beside you.</a:t>
            </a:r>
            <a:b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 up my eyes in wonder.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Show me who You are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fill me with Your heart and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lead me in Your love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those around me.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