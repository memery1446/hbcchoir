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6" roundtripDataSignature="AMtx7miHOOXcGxfUCEvmoUqCISajuknk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9659cc5b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g379659cc5b7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9659cc5b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379659cc5b7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9659cc5b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79659cc5b7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9622821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796228213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9659cc5b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79659cc5b7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9659cc5b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79659cc5b7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6334967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d63349676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63349676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d63349676f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63349676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g3d63349676f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9659cc5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379659cc5b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79659cc5b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g379659cc5b7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63349676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3d63349676f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63349676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d63349676f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63349676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g3d63349676f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9659cc5b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g379659cc5b7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9659cc5b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79659cc5b7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79659cc5b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79659cc5b7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9659cc5b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g379659cc5b7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79659cc5b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g379659cc5b7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79659cc5b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379659cc5b7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63349676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g3d63349676f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63349676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g3d63349676f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63349676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g3d63349676f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d63349676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g3d63349676f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79659cc5b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g379659cc5b7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19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8" name="Google Shape;38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4" name="Google Shape;44;p20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5" name="Google Shape;45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2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22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22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373752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4384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4800" u="sng">
                <a:solidFill>
                  <a:schemeClr val="lt1"/>
                </a:solidFill>
              </a:rPr>
              <a:t>By and By Medley</a:t>
            </a:r>
            <a:endParaRPr b="1" sz="5400" u="sng">
              <a:solidFill>
                <a:schemeClr val="lt1"/>
              </a:solidFill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723900" y="4191000"/>
            <a:ext cx="76962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696200" y="59436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Trials dark on ev’ry land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we cannot understand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9659cc5b7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the ways that God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would lead us to that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blessed Promised land.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But He’ll guide us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with His eye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we’ll follow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‘till we die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9659cc5b7_0_1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will understand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 better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by and by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By and by,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the morning comes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9659cc5b7_0_1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the saints of God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are gathered home,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will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962282139_0_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tell the story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how we’ve overcome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will understand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 better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by and by.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9659cc5b7_0_2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Here we’re often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tossed and driv’n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on the restless sea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of time.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Rolling clouds and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howling tempest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oft succeed a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bright sunshine.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9659cc5b7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In that land of perfect day, when the mist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is rolled away, we will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understand it better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by and by.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63349676f_0_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By and by,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the morning comes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63349676f_0_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the saints of God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are gathered home,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will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63349676f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tell the story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how we’ve overcome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will understand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 better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by and by.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9659cc5b7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Oh when the saints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 marching in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Oh when the saints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 marching in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9659cc5b7_0_2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Lord I want to be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in that number,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the saints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 marching in.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63349676f_0_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Oh when the saints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 marching in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Oh when the saints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 marching in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63349676f_0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Lord I want to be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in that number,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the saints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 marching in.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63349676f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Lord I want to be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in that number,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the saints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 marching in.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9659cc5b7_0_2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Some glad morning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this life is o’er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9659cc5b7_0_3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To a home on God’s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celestial shore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79659cc5b7_0_36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away, O glory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79659cc5b7_0_4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I die, hallelujah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by and by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79659cc5b7_0_4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Just a few more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weary days and then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79659cc5b7_0_4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To a land where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joys shall never end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63349676f_0_2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away, O glory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63349676f_0_2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I die, hallelujah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by and by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63349676f_0_3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away, O glory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63349676f_0_3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I die, hallelujah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by and by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fly away!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79659cc5b7_0_5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fly away!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By and by,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the morning comes!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