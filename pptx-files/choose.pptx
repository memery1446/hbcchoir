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Fjalla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FjallaOne-regular.fnt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cb0c0cb433030b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h6cb0c0cb433030b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2539b740e8ff14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h2539b740e8ff1448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2539b740e8ff144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h2539b740e8ff1448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1c7b75876c2007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h1c7b75876c20076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cb0c0cb433030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h6cb0c0cb433030b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2539b740e8ff144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h2539b740e8ff1448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2539b740e8ff144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h2539b740e8ff1448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6cb0c0cb433030b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h6cb0c0cb433030b6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6cb0c0cb433030b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h6cb0c0cb433030b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2539b740e8ff1448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h2539b740e8ff1448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2539b740e8ff144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h2539b740e8ff1448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6cb0c0cb433030b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h6cb0c0cb433030b6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48a1370cc4a887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h48a1370cc4a8870b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2539b740e8ff144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h2539b740e8ff1448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2539b740e8ff1448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h2539b740e8ff1448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1209600"/>
            <a:ext cx="8697900" cy="27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I WILL CHOOSE CHRIST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Tom Booth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1991 Tom Booth. All rights reserved. Used by permission. CCLI #155095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Christ,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love,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choose to serve.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heart,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life,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all to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Christ,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love,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choose to serve.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heart,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life,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all to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many times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must He call my name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show to me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He is God?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as a servant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calls to me: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“You must serve, too.”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Christ,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love,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choose to serve.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heart,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life,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all to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Christ, my Teacher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Healer,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teach my heart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heal my soul.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as I walk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road with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teach me to love.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Christ,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love,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choose to serve.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heart,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life,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all to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I look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upon Your cross,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too must I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 with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with the death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my own desires,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I’ll rise with You!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/>
          <p:nvPr/>
        </p:nvSpPr>
        <p:spPr>
          <a:xfrm>
            <a:off x="223050" y="1234950"/>
            <a:ext cx="8697900" cy="267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Christ,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choose love,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choose to serve.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heart,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life,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all to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give my all to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