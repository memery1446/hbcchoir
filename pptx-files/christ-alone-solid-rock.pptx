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Fjalla One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FjallaOn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26ae1f4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626ae1f4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a4a49186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fa4a491869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a4a491869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fa4a491869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a471b7e1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fa471b7e1a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492136f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a492136f4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a492136f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fa492136f4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a471b7e1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fa471b7e1a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a492136f4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fa492136f4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a4a491869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fa4a491869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a4a491869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fa4a491869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a4a491869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fa4a491869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a4a491869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fa4a491869_1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a492136f4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fa492136f4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a4a491869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fa4a491869_1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a4a4919b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fa4a4919bb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1047900"/>
            <a:ext cx="8697900" cy="3663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IN CHRIST ALONE</a:t>
            </a:r>
            <a:endParaRPr b="1" sz="5900" u="sng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" sz="4300" u="sng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with The Solid Rock</a:t>
            </a:r>
            <a:endParaRPr b="1" sz="4300" u="sng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Words and Music by Keith Getty and Stuart Townend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Copyright 2002 Thankyou Music (PRS) (admin. worldwide by EMI CMG Publishing excluding Europe which is admin. by kingswaysongs.com). CCLI #155095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Christ alone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hope is found;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is my light, my strength,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song;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cornerstone,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solid ground,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firm through the fiercest drought and storm;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heights of love,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depths of peace,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when fears are stilled,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when strivings cease;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Comforter,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All in All,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 in the love of Christ,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stand.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Christ alone,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who took on flesh,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fullness of God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helpless babe;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gift of love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righteousness,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scorned by the ones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came to save;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’Til on that cross,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 Jesus died,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wrath of God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was satisfied,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every sin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Him was laid,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 in the death of Christ,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live.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 in the ground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His body lay,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light of the world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 darkness slain;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Then bursting forth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glorious day,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 from the grave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rose again;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as He stands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victory,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sin’s curse has lost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its grip on me;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I am His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He is mine,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bought with the precious blood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Christ.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guilt in life,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fear in death,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pow’r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Christ in me;</a:t>
            </a:r>
            <a:endParaRPr b="1" sz="5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life’s first cry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final breath,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 commands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destiny;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pow’r of hell,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scheme of man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 ever pluck me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His hand;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’Til He returns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 calls me home,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 in the pow’r of Christ,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I’ll stand.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