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gF51T9L2Mt1OyqljVQeyIy15V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8249e37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g3b8249e37e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b3ea56d8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g36b3ea56d8b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8249e37e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b8249e37e9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b3ea56d8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36b3ea56d8b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8249e37e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3b8249e37e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8249e37e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g3b8249e37e9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8249e37e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b8249e37e9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b3fbfb3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6b3fbfb35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8249e37e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b8249e37e9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b3fbfb35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6b3fbfb35f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8249e37e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b8249e37e9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b3fbfb35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36b3fbfb35f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8249e37e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b8249e37e9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b3fbfb35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36b3fbfb35f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8249e37e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g3b8249e37e9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b3fbfb35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g36b3fbfb35f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8249e37e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g3b8249e37e9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b3fbfb35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g36b3fbfb35f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8249e37e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3b8249e37e9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b3fbfb35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6b3fbfb35f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8249e37e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g3b8249e37e9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b3fbfb35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36b3fbfb35f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38" name="Google Shape;38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4" name="Google Shape;44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5" name="Google Shape;45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5" name="Google Shape;55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6" name="Google Shape;56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7" name="Google Shape;57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4" name="Google Shape;64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373752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800" u="sng">
                <a:solidFill>
                  <a:schemeClr val="lt1"/>
                </a:solidFill>
              </a:rPr>
              <a:t>Come Jesus Come</a:t>
            </a:r>
            <a:endParaRPr b="1" sz="5400"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723900" y="4191000"/>
            <a:ext cx="7696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i="0" lang="en-US" sz="1800" u="none">
                <a:solidFill>
                  <a:schemeClr val="lt1"/>
                </a:solidFill>
              </a:rPr>
              <a:t>Words and Music by </a:t>
            </a:r>
            <a:r>
              <a:rPr lang="en-US" sz="1800">
                <a:solidFill>
                  <a:schemeClr val="lt1"/>
                </a:solidFill>
              </a:rPr>
              <a:t>Hank Bentley, Bryan Fowler, Stephen McWhirter and Tara McWhirter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i="0" sz="18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Capitol CMG Paragon I Songs By That Dog Will Hunt I Be Essential Songs I God Is Real Worldwide Publishing I RELWOF I So Essential Tunes. </a:t>
            </a:r>
            <a:r>
              <a:rPr i="0" lang="en-US" sz="1800" u="none">
                <a:solidFill>
                  <a:schemeClr val="lt1"/>
                </a:solidFill>
              </a:rPr>
              <a:t>Used by permission.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CCLI # 155095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Sometimes I fall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my knees and pray,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8249e37e9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“Come, Jesus, come,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let today be the day.”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b3ea56d8b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Sometimes I feel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like I’m gonna break,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8249e37e9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</a:t>
            </a:r>
            <a:r>
              <a:rPr b="1" lang="en-US" sz="5900">
                <a:solidFill>
                  <a:schemeClr val="lt1"/>
                </a:solidFill>
              </a:rPr>
              <a:t>ut I’m holding on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a hope that won’t fade.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b3ea56d8b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Come, Jesus, come;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we’ve been waiting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 long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8249e37e9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</a:t>
            </a:r>
            <a:r>
              <a:rPr b="1" lang="en-US" sz="5900">
                <a:solidFill>
                  <a:schemeClr val="lt1"/>
                </a:solidFill>
              </a:rPr>
              <a:t>or the day You return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heal ev’ry hurt 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right eve’ry wrong.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need You right now;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 and turn this around.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8249e37e9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Deep down I know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this world isn’t home,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come, Jesus, come.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Come, Jesus, come.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There’ll be no war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there’ll be no chains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8249e37e9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</a:t>
            </a:r>
            <a:r>
              <a:rPr b="1" lang="en-US" sz="5900">
                <a:solidFill>
                  <a:schemeClr val="lt1"/>
                </a:solidFill>
              </a:rPr>
              <a:t>hen Jesus comes;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let today be the day.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b3fbfb35f_0_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He’ll come for the weak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the strong just the same,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8249e37e9_0_2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all will believe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the pow’r of His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b3fbfb35f_0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Come, Jesus, come;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we’ve been waiting so long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8249e37e9_0_2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</a:t>
            </a:r>
            <a:r>
              <a:rPr b="1" lang="en-US" sz="5900">
                <a:solidFill>
                  <a:schemeClr val="lt1"/>
                </a:solidFill>
              </a:rPr>
              <a:t>or the day You return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heal ev’ry hurt 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right eve’ry wrong.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b3fbfb35f_0_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need You right now;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 and turn this around.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8249e37e9_0_2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Deep down I know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this world isn’t home,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come, Jesus, come.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Come, Jesus, come.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b3fbfb35f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One day He’ll come,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we’ll stand face to face.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8249e37e9_0_3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 and lay it all down,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‘cause it might be today.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b3fbfb35f_0_1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time is right now;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no need to wait.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8249e37e9_0_3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past will be washed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rivers of grace.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b3fbfb35f_0_2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Come, Jesus, come;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we’ve been waiting so long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8249e37e9_0_4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</a:t>
            </a:r>
            <a:r>
              <a:rPr b="1" lang="en-US" sz="5900">
                <a:solidFill>
                  <a:schemeClr val="lt1"/>
                </a:solidFill>
              </a:rPr>
              <a:t>or the day You return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heal ev’ry hurt 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right eve’ry wrong.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b3fbfb35f_0_2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need You right now;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 and turn this around.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249e37e9_0_4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Deep down I know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this world isn’t home,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come, Jesus, come.</a:t>
            </a:r>
            <a:endParaRPr i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b3fbfb35f_0_2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Come, Jesus, come.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Come, Jesus, come.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Come, Jesus, come.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