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5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9" roundtripDataSignature="AMtx7mgc4mPCB+AG8tCXaYG2iRRDO5nBA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customschemas.google.com/relationships/presentationmetadata" Target="meta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" name="Google Shape;30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" name="Google Shape;3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7a5045f32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" name="Google Shape;42;g37a5045f328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" name="Google Shape;4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c4f08112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" name="Google Shape;52;g37c4f081121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" name="Google Shape;5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7a5045f328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2" name="Google Shape;62;g37a5045f328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7" name="Google Shape;6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7a5045f32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2" name="Google Shape;72;g37a5045f328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7c4f081121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7" name="Google Shape;77;g37c4f081121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7c4f081121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g37c4f081121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7c4f081121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" name="Google Shape;87;g37c4f081121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7c4f081121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g37c4f081121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7c4f081121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7" name="Google Shape;97;g37c4f081121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7c4f081121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2" name="Google Shape;102;g37c4f081121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7c4f081121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" name="Google Shape;107;g37c4f081121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7c4f081121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" name="Google Shape;112;g37c4f081121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7a5045f328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7" name="Google Shape;117;g37a5045f328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7a5045f328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2" name="Google Shape;122;g37a5045f328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7a5045f328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g37a5045f328_0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7a5045f328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2" name="Google Shape;132;g37a5045f328_0_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7c437112c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g37c437112ca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B9003C"/>
            </a:gs>
            <a:gs pos="100000">
              <a:srgbClr val="5B001D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B9003C"/>
            </a:gs>
            <a:gs pos="100000">
              <a:srgbClr val="5B001D"/>
            </a:gs>
          </a:gsLst>
          <a:lin ang="5400000" scaled="0"/>
        </a:gra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17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1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1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1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"/>
          <p:cNvSpPr txBox="1"/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b="1" i="0" lang="en-US" sz="5400" u="sng">
                <a:solidFill>
                  <a:schemeClr val="lt1"/>
                </a:solidFill>
              </a:rPr>
              <a:t>Come, Now Is the Time</a:t>
            </a:r>
            <a:endParaRPr b="1"/>
          </a:p>
        </p:txBody>
      </p:sp>
      <p:sp>
        <p:nvSpPr>
          <p:cNvPr id="33" name="Google Shape;33;p1"/>
          <p:cNvSpPr txBox="1"/>
          <p:nvPr>
            <p:ph idx="1" type="subTitle"/>
          </p:nvPr>
        </p:nvSpPr>
        <p:spPr>
          <a:xfrm>
            <a:off x="800100" y="4038600"/>
            <a:ext cx="7543800" cy="25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Words and Music by Brian Doerksen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Copyright 1998 Vineyard Songs (UK/Eire) (PRS) (admin. in North America by Music Services, Inc.). All rights reserved. Used by permission.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CCLI # </a:t>
            </a:r>
            <a:r>
              <a:rPr lang="en-US" sz="1800">
                <a:solidFill>
                  <a:schemeClr val="lt1"/>
                </a:solidFill>
              </a:rPr>
              <a:t>155095</a:t>
            </a:r>
            <a:endParaRPr/>
          </a:p>
        </p:txBody>
      </p:sp>
      <p:sp>
        <p:nvSpPr>
          <p:cNvPr id="34" name="Google Shape;34;p1"/>
          <p:cNvSpPr txBox="1"/>
          <p:nvPr/>
        </p:nvSpPr>
        <p:spPr>
          <a:xfrm>
            <a:off x="7848600" y="6034087"/>
            <a:ext cx="129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Come,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now is the time to worship.</a:t>
            </a:r>
            <a:endParaRPr b="1" sz="5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7a5045f328_0_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Come,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now is the time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to give your heart.</a:t>
            </a:r>
            <a:endParaRPr b="1" sz="5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"/>
          <p:cNvSpPr txBox="1"/>
          <p:nvPr>
            <p:ph type="title"/>
          </p:nvPr>
        </p:nvSpPr>
        <p:spPr>
          <a:xfrm>
            <a:off x="152400" y="274637"/>
            <a:ext cx="8839200" cy="6278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Come,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just as you are to worship.</a:t>
            </a:r>
            <a:endParaRPr b="1" sz="5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7c4f081121_0_0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Come,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just as you are before your </a:t>
            </a:r>
            <a:r>
              <a:rPr b="1" lang="en-US" sz="5900">
                <a:solidFill>
                  <a:schemeClr val="lt1"/>
                </a:solidFill>
              </a:rPr>
              <a:t>God,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come.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One day ev’ry tongue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will confess You are God</a:t>
            </a:r>
            <a:r>
              <a:rPr b="1" lang="en-US" sz="5900">
                <a:solidFill>
                  <a:schemeClr val="lt1"/>
                </a:solidFill>
              </a:rPr>
              <a:t>.</a:t>
            </a:r>
            <a:endParaRPr b="1" sz="5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7a5045f328_0_8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One day ev’ry knee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will bow.</a:t>
            </a:r>
            <a:endParaRPr b="1" sz="5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Still the greatest treasure</a:t>
            </a:r>
            <a:r>
              <a:rPr b="1" lang="en-US" sz="5900">
                <a:solidFill>
                  <a:schemeClr val="lt1"/>
                </a:solidFill>
              </a:rPr>
              <a:t> </a:t>
            </a:r>
            <a:r>
              <a:rPr b="1" i="0" lang="en-US" sz="5900" u="none">
                <a:solidFill>
                  <a:schemeClr val="lt1"/>
                </a:solidFill>
              </a:rPr>
              <a:t>remains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for those</a:t>
            </a:r>
            <a:endParaRPr b="1" sz="5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7a5045f328_0_1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</a:t>
            </a:r>
            <a:r>
              <a:rPr b="1" i="0" lang="en-US" sz="5900" u="none">
                <a:solidFill>
                  <a:schemeClr val="lt1"/>
                </a:solidFill>
              </a:rPr>
              <a:t>ho gladly choose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You now.</a:t>
            </a:r>
            <a:endParaRPr b="1" sz="5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7c4f081121_0_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Come,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now is the time to worship.</a:t>
            </a:r>
            <a:endParaRPr b="1" sz="5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7c4f081121_0_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Come,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now is the time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to give your heart.</a:t>
            </a:r>
            <a:endParaRPr b="1" sz="5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7c4f081121_0_12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Come,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just as you are to worship.</a:t>
            </a:r>
            <a:endParaRPr b="1" sz="59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7c4f081121_0_16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Come,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just as you are before your </a:t>
            </a:r>
            <a:r>
              <a:rPr b="1" lang="en-US" sz="5900">
                <a:solidFill>
                  <a:schemeClr val="lt1"/>
                </a:solidFill>
              </a:rPr>
              <a:t>God,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come.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7c4f081121_0_2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One day ev’ry tongue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will confess You are God</a:t>
            </a:r>
            <a:r>
              <a:rPr b="1" lang="en-US" sz="5900">
                <a:solidFill>
                  <a:schemeClr val="lt1"/>
                </a:solidFill>
              </a:rPr>
              <a:t>.</a:t>
            </a:r>
            <a:endParaRPr b="1" sz="59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7c4f081121_0_28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One day ev’ry knee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will bow.</a:t>
            </a:r>
            <a:endParaRPr b="1" sz="59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7c4f081121_0_3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Still the greatest treasure</a:t>
            </a:r>
            <a:r>
              <a:rPr b="1" lang="en-US" sz="5900">
                <a:solidFill>
                  <a:schemeClr val="lt1"/>
                </a:solidFill>
              </a:rPr>
              <a:t> </a:t>
            </a:r>
            <a:r>
              <a:rPr b="1" i="0" lang="en-US" sz="5900" u="none">
                <a:solidFill>
                  <a:schemeClr val="lt1"/>
                </a:solidFill>
              </a:rPr>
              <a:t>remains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for those</a:t>
            </a:r>
            <a:endParaRPr b="1" sz="59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7c4f081121_0_3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</a:t>
            </a:r>
            <a:r>
              <a:rPr b="1" i="0" lang="en-US" sz="5900" u="none">
                <a:solidFill>
                  <a:schemeClr val="lt1"/>
                </a:solidFill>
              </a:rPr>
              <a:t>ho gladly choose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You now.</a:t>
            </a:r>
            <a:endParaRPr b="1" sz="59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7a5045f328_0_32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One day ev’ry tongue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will confess You are God</a:t>
            </a:r>
            <a:r>
              <a:rPr b="1" lang="en-US" sz="5900">
                <a:solidFill>
                  <a:schemeClr val="lt1"/>
                </a:solidFill>
              </a:rPr>
              <a:t>.</a:t>
            </a:r>
            <a:endParaRPr b="1" sz="59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7a5045f328_0_36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One day ev’ry knee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will bow.</a:t>
            </a:r>
            <a:endParaRPr b="1" sz="59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7a5045f328_0_4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Still the greatest treasure</a:t>
            </a:r>
            <a:r>
              <a:rPr b="1" lang="en-US" sz="5900">
                <a:solidFill>
                  <a:schemeClr val="lt1"/>
                </a:solidFill>
              </a:rPr>
              <a:t> </a:t>
            </a:r>
            <a:r>
              <a:rPr b="1" i="0" lang="en-US" sz="5900" u="none">
                <a:solidFill>
                  <a:schemeClr val="lt1"/>
                </a:solidFill>
              </a:rPr>
              <a:t>remains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for those</a:t>
            </a:r>
            <a:endParaRPr b="1" sz="59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7a5045f328_0_4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</a:t>
            </a:r>
            <a:r>
              <a:rPr b="1" i="0" lang="en-US" sz="5900" u="none">
                <a:solidFill>
                  <a:schemeClr val="lt1"/>
                </a:solidFill>
              </a:rPr>
              <a:t>ho gladly choose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You now.</a:t>
            </a:r>
            <a:endParaRPr b="1" sz="59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7c437112ca_0_0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Come,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just as you are</a:t>
            </a:r>
            <a:r>
              <a:rPr b="1" lang="en-US" sz="5900">
                <a:solidFill>
                  <a:schemeClr val="lt1"/>
                </a:solidFill>
              </a:rPr>
              <a:t>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i="1" lang="en-US" sz="4700">
                <a:solidFill>
                  <a:schemeClr val="lt1"/>
                </a:solidFill>
              </a:rPr>
              <a:t>(sing 2x)</a:t>
            </a:r>
            <a:endParaRPr i="1" sz="47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Come.</a:t>
            </a:r>
            <a:endParaRPr b="1" sz="5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6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