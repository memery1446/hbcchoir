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7" roundtripDataSignature="AMtx7mhnmh5Ha5HFb+aBdJLFdV84IZsw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8249e37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g3b8249e37e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b3ea56d8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6b3ea56d8b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8249e37e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g3b8249e37e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b3ea56d8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6b3ea56d8b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8249e37e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b8249e37e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8249e37e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b8249e37e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8249e37e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g3b8249e37e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8253108b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b8253108b7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8253108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b8253108b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b3fbfb3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g36b3fbfb35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8249e37e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b8249e37e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6b3fbfb35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g36b3fbfb35f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8249e37e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g3b8249e37e9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8253108b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b8253108b7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8253108b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b8253108b7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8253108b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g3b8253108b7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8253108b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g3b8253108b7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0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8" name="Google Shape;38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4" name="Google Shape;44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5" name="Google Shape;45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4" name="Google Shape;64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800" u="sng">
                <a:solidFill>
                  <a:schemeClr val="lt1"/>
                </a:solidFill>
              </a:rPr>
              <a:t>Come Thou Fount,</a:t>
            </a:r>
            <a:endParaRPr b="1" sz="5800" u="sng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800" u="sng">
                <a:solidFill>
                  <a:schemeClr val="lt1"/>
                </a:solidFill>
              </a:rPr>
              <a:t>Come Thou King</a:t>
            </a:r>
            <a:endParaRPr b="1" sz="5800" u="sng"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543700"/>
            <a:ext cx="76962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i="0" lang="en-US" sz="1800" u="none">
                <a:solidFill>
                  <a:schemeClr val="lt1"/>
                </a:solidFill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John Wyeth | Robert Robinson | Thomas Miller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2005 Gateway Create Publishing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CCLI # 155095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Thou Fount of ev'ry blessing,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tune my heart to sing Thy grace.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8249e37e9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Streams of mercy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never ceasing,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call for songs of loudest praise.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b3ea56d8b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Teach me some melodious sonnet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sung by flaming tongues above.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8249e37e9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Praise the mount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I'm fixed upon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mount of Thy redeeming love.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b3ea56d8b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was lost in utter darkness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'til You came and rescued 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8249e37e9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 was bound by all my sin when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Your love came and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set me free.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my soul can sing a new song;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my heart has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found a home.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8249e37e9_0_12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Now Your grace is always with me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I'll never be alone.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Thou Fount, come Thou King.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Thou precious Prince of Peace.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8249e37e9_0_1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Hear Your bride to You we sing.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Thou Fount of our blessing.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8253108b7_0_1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Thou Fount, come Thou King.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Thou precious Prince of Peace.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8253108b7_0_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Hear Your bride to You we sing.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Thou Fount of our blessing.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6b3fbfb35f_0_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 to grace, how great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 debtor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daily I'm constrained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to be;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8249e37e9_0_20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Thy goodness,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like a fetter,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bind my wand'ring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heart to Thee;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6b3fbfb35f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Prone to wander,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Lord, I feel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prone to leave the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God I love;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8249e37e9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Here's my heart, Lord, take and seal it,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seal it for Thy courts above.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rgbClr val="980000"/>
                </a:solidFill>
              </a:rPr>
              <a:t>(***)</a:t>
            </a:r>
            <a:endParaRPr b="1" sz="59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8253108b7_0_9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Thou Fount, come Thou King.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Thou precious Prince of Peace.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8253108b7_0_13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Hear Your bride to You we sing.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Thou Fount of our blessing.</a:t>
            </a:r>
            <a:endParaRPr b="1" sz="59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8253108b7_0_17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Thou Fount, come Thou King.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 Thou precious Prince of Peace.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8253108b7_0_21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Hear Your bride to You we sing.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Come, Thou Fount of our blessing.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