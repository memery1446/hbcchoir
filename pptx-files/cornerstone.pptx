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Fjalla One"/>
      <p:regular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font" Target="fonts/FjallaOne-regular.fntdata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f626ae1f4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" name="Google Shape;57;g3f626ae1f47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f626ae1f47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2" name="Google Shape;62;g3f626ae1f47_0_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a4a491869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7" name="Google Shape;67;g3fa4a491869_1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fa4a491869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2" name="Google Shape;72;g3fa4a491869_1_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fa471b7e1a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7" name="Google Shape;77;g3fa471b7e1a_0_1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a492136f4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g3fa492136f4_1_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fa492136f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" name="Google Shape;87;g3fa492136f4_1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fa471b7e1a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g3fa471b7e1a_0_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a492136f4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7" name="Google Shape;97;g3fa492136f4_1_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a4a491869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2" name="Google Shape;102;g3fa4a491869_1_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fa4a491869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" name="Google Shape;107;g3fa4a491869_1_1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fa4a491869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" name="Google Shape;112;g3fa4a491869_1_1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a4a491869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7" name="Google Shape;117;g3fa4a491869_1_2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a492136f4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2" name="Google Shape;122;g3fa492136f4_1_1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a4a491869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" name="Google Shape;127;g3fa4a491869_1_2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223050" y="1047900"/>
            <a:ext cx="8697900" cy="3047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" sz="5900" u="sng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rPr>
              <a:t>CORNERSTONE</a:t>
            </a:r>
            <a:endParaRPr b="1" sz="5900" u="sng">
              <a:solidFill>
                <a:schemeClr val="lt1"/>
              </a:solidFill>
              <a:latin typeface="Fjalla One"/>
              <a:ea typeface="Fjalla One"/>
              <a:cs typeface="Fjalla One"/>
              <a:sym typeface="Fjalla On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Edward Mote | Eric Liljero | Jonas Myrin | Reuben Morgan | William Batchelder Bradbury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© 2011 Hillsong MP Songs; Hillsong Music Publishing Australia; 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Hillsong Music Publishing UK. CCLI #155095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My hope is built 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on nothing less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than Jesus’ blood 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righteousness.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dare not trust 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sweetest frame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but wholly trust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in Jesus’ Name.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My hope is built 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on nothing less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than Jesus’ blood 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righteousness.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dare not trust 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sweetest frame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but wholly trust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in Jesus’ Name.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Christ alone, 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cornerstone,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weak made strong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 the Savior’s love.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9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Through the storm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 is Lord,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Lord of all.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0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When darkness seems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 hide His face,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rest on His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unchanging grace.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1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 every high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stormy gale,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my anchor holds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within the veil.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2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My anchor holds 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within the veil.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3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Christ alone, 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cornerstone,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weak made strong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 the Savior’s love.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4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Through the storm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 is Lord,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Lord of all.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5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Christ alone, 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cornerstone,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weak made strong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 the Savior’s love.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6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Through the storm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 is Lord,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Lord of all.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7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When He shall come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with trumpet sound,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oh may I then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 Him be found.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8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Dressed in His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righteousness alone,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faultless stand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before the throne.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