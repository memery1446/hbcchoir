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Fjalla One"/>
      <p:regular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font" Target="fonts/FjallaOne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6265f74f4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f6265f74f4_0_1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1c7b75876c20076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h1c7b75876c200767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1c7b75876c200767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h1c7b75876c200767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1c7b75876c200767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h1c7b75876c200767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19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7" name="Google Shape;107;p22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3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5" name="Google Shape;115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3">
  <p:cSld name="TITLE_AND_BODY_4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7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8" name="Google Shape;138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1">
  <p:cSld name="TITLE_AND_BODY_2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8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28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2">
  <p:cSld name="TITLE_AND_BODY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9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7" name="Google Shape;147;p29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 txBox="1"/>
          <p:nvPr/>
        </p:nvSpPr>
        <p:spPr>
          <a:xfrm>
            <a:off x="223050" y="755400"/>
            <a:ext cx="8697900" cy="3632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I HAVE DECIDED</a:t>
            </a:r>
            <a:b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</a:b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TO FOLLOW JESUS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Words: st. 1,2, Garo Christians; st. 3, John Clark  I  Music: Indian Folk Song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 public domain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/>
        </p:nvSpPr>
        <p:spPr>
          <a:xfrm>
            <a:off x="223050" y="394200"/>
            <a:ext cx="8697900" cy="435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have decided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follow Jesus.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3x)</a:t>
            </a:r>
            <a:endParaRPr i="1" sz="4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turning back.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2x)</a:t>
            </a: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 txBox="1"/>
          <p:nvPr/>
        </p:nvSpPr>
        <p:spPr>
          <a:xfrm>
            <a:off x="223050" y="394200"/>
            <a:ext cx="8697900" cy="435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Tho’ none go with me,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still will follow.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3x)</a:t>
            </a:r>
            <a:endParaRPr i="1" sz="4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turning back.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2x)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3"/>
          <p:cNvSpPr txBox="1"/>
          <p:nvPr/>
        </p:nvSpPr>
        <p:spPr>
          <a:xfrm>
            <a:off x="223050" y="394200"/>
            <a:ext cx="8697900" cy="435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cross I’ll carry,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‘til I see Jesus.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3x)</a:t>
            </a:r>
            <a:endParaRPr i="1" sz="4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turning back.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2x)</a:t>
            </a:r>
            <a:endParaRPr b="1" i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/>
          <p:nvPr/>
        </p:nvSpPr>
        <p:spPr>
          <a:xfrm>
            <a:off x="223050" y="394200"/>
            <a:ext cx="8697900" cy="435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world behind me,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cross before 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3x)</a:t>
            </a:r>
            <a:endParaRPr i="1" sz="4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turning back.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2x)</a:t>
            </a:r>
            <a:endParaRPr b="1" i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