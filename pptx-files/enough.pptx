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Fjalla On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font" Target="fonts/FjallaOne-regular.fnt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6265f74f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f6265f74f4_0_1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6cb0c0cb433030b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h6cb0c0cb433030b6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2539b740e8ff144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h2539b740e8ff1448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2539b740e8ff1448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h2539b740e8ff1448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1c7b75876c20076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h1c7b75876c200767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6cb0c0cb433030b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h6cb0c0cb433030b6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2539b740e8ff144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h2539b740e8ff1448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33576e8f2169b8a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h33576e8f2169b8a0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2539b740e8ff144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h2539b740e8ff1448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33576e8f2169b8a0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h33576e8f2169b8a0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6cb0c0cb433030b6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h6cb0c0cb433030b6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33576e8f2169b8a0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h33576e8f2169b8a0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6cb0c0cb433030b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h6cb0c0cb433030b6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33576e8f2169b8a0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h33576e8f2169b8a0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33576e8f2169b8a0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h33576e8f2169b8a0_1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33576e8f2169b8a0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h33576e8f2169b8a0_1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7" name="Google Shape;107;p2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3">
  <p:cSld name="TITLE_AND_BODY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1">
  <p:cSld name="TITLE_AND_BODY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2">
  <p:cSld name="TITLE_AND_BODY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/>
        </p:nvSpPr>
        <p:spPr>
          <a:xfrm>
            <a:off x="223050" y="1209600"/>
            <a:ext cx="8697900" cy="363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CHRIST IS ENOUGH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MEDLEY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Jonas Myrin, Reuben Morgan; Traditional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2013 Hillsong Music Publishing. All rights reserved. Used by permission. CCLI #155095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/>
        </p:nvSpPr>
        <p:spPr>
          <a:xfrm>
            <a:off x="223050" y="1668600"/>
            <a:ext cx="8697900" cy="1806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is my reward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all of my devotion.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/>
        </p:nvSpPr>
        <p:spPr>
          <a:xfrm>
            <a:off x="223050" y="1234950"/>
            <a:ext cx="8697900" cy="267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 there’s nothing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this world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 could ever satisfy.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Through ev’ry trial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soul will sing,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turning back,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I’ve been set free.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is enough for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is enough for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I need is in You,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thing I need.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/>
        </p:nvSpPr>
        <p:spPr>
          <a:xfrm>
            <a:off x="223050" y="1668600"/>
            <a:ext cx="8697900" cy="1806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Christ, my all in all,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joy of my salvation.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/>
        </p:nvSpPr>
        <p:spPr>
          <a:xfrm>
            <a:off x="223050" y="1668600"/>
            <a:ext cx="8697900" cy="1806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this hope will never fail: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Heaven is our home.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Through every storm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soul will sing.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is here,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God be the glory!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is enough for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is enough for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I need is in You,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thing I need.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/>
          <p:nvPr/>
        </p:nvSpPr>
        <p:spPr>
          <a:xfrm>
            <a:off x="223050" y="367500"/>
            <a:ext cx="8697900" cy="4266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Women:</a:t>
            </a:r>
            <a:endParaRPr i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have decided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follow Jesus,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turning back,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turning back.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/>
          <p:nvPr/>
        </p:nvSpPr>
        <p:spPr>
          <a:xfrm>
            <a:off x="223050" y="367500"/>
            <a:ext cx="8697900" cy="4266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i="1" lang="en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en:</a:t>
            </a:r>
            <a:endParaRPr i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have decided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follow Jesus,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turning back,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turning back.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/>
          <p:nvPr/>
        </p:nvSpPr>
        <p:spPr>
          <a:xfrm>
            <a:off x="223050" y="429150"/>
            <a:ext cx="8697900" cy="428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cross before me,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world behind me,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turning back,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turning back.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is enough for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is enough for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I need is in You,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thing I need.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/>
          <p:nvPr/>
        </p:nvSpPr>
        <p:spPr>
          <a:xfrm>
            <a:off x="223050" y="872100"/>
            <a:ext cx="8697900" cy="339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have decided to follow Jesus.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3x)</a:t>
            </a:r>
            <a:endParaRPr i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turning back,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turning back!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/>
          <p:nvPr/>
        </p:nvSpPr>
        <p:spPr>
          <a:xfrm>
            <a:off x="223050" y="438450"/>
            <a:ext cx="8697900" cy="4266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world behind me,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cross before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3x)</a:t>
            </a:r>
            <a:endParaRPr i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turning back,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turning back!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is enough for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is enough for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I need is in You,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thing I need.</a:t>
            </a:r>
            <a:endParaRPr i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/>
        </p:nvSpPr>
        <p:spPr>
          <a:xfrm>
            <a:off x="223050" y="367500"/>
            <a:ext cx="8697900" cy="440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is enough for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is enough for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I need is in You,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thing I need,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thing I need.</a:t>
            </a:r>
            <a:endParaRPr i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