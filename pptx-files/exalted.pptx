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jalla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jalla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cab417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bcab4171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cab4171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cab41710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cab4171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cab41710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8006279ecc9b8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8006279ecc9b84a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8006279ecc9b84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8006279ecc9b84a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8006279ecc9b84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8006279ecc9b84a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8006279ecc9b84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8006279ecc9b84a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8006279ecc9b84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8006279ecc9b84a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8006279ecc9b84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h8006279ecc9b84a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8006279ecc9b8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h8006279ecc9b84a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8006279ecc9b84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h8006279ecc9b84a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71000"/>
            <a:ext cx="8697900" cy="3001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HE IS EXALTED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Twila Paris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1985 Mountain Spring Music (ASCAP)/Straightway Music (ASCAP) (both admin. by EMI CMG Publishing). All rights reserved. Used by permission. CCLI #155095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King is exalted on high.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praise Him.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exalted, forever exalted,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praise His name!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the Lord;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His truth shall reign.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Heaven and earth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rejoice in His holy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King is exalted on high!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King is exalted on high.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praise Him.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exalted, forever exalted,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praise His name!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the Lord;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His truth shall reign.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Heaven and earth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rejoice in His holy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King is exalted on high!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the Lord;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His truth shall reign.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Heaven and earth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rejoice in His holy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exalted,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King is exalted on high!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