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jalla On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jallaOne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471b7e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a471b7e1a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492136f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a492136f4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492136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a492136f4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471b7e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a471b7e1a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492136f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a492136f4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492136f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a492136f4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47900"/>
            <a:ext cx="86979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HOW FIRM A FOUNDATION</a:t>
            </a:r>
            <a:endParaRPr b="1" sz="59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Words: John Rippon’s Selection of Hymns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Music: Joseph Funk’s Genuine Church Music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firm a foundation,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 saints of the Lord,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laid for your faith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His excellent Word!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more can He say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 to you He hath said,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you who for refuge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Jesus have fled?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“Fear not, I am with thee;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 be not dismayed,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 am thy God,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will still give thee aid;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I’ll strengthen thee,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 thee, and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cause thee to stand,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upheld by My righteous, omnipotent hand.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“When through fiery trials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pathway shall lie,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grace, all sufficient,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be thy supply;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flame shall not hurt thee;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only design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dross to consume,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thy gold to refine.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“The soul that on Jesus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hath leaned for repose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not, I will not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desert to his foes;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soul, though all hell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should endeavor to shake,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I’ll never, no never,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never forsake!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