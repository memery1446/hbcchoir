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Fjalla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FjallaOn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864e47c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864e47c1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64e47c1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864e47c1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4eb37c4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b4eb37c4a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4eb37c4a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b4eb37c4a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26ae1f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626ae1f47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26ae1f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626ae1f47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4eb37c4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b4eb37c4a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26ae1f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626ae1f47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626ae1f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626ae1f47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4eb37c4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b4eb37c4a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1047900"/>
            <a:ext cx="8697900" cy="304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THERE IS A FOUNTAIN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by William Cowper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Music: Early American Melody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is a fountain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filled with blood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drawn from Immanuel’s veins,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sinners, plunged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beneath that flood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lose all their guilty stains.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Lose all their guilty stains; </a:t>
            </a: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(2x)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sinners,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plunged beneath that flood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lose all their guilty stains.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dying thief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rejoiced to see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fountain in His day;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nd there may I,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though vile as he,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wash all my sins away.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Wash all my sins away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(2x)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there may I,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though vile as he,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wash all my sins away.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Dear dying Lamb,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Thy precious blood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shall never lose its pow’r.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Till all the ransomed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church of God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saved, to sin no more.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saved, to sin no more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(2x)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‘til all the ransomed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church of God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 saved, to sin no more.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E’er since by faith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saw the stream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Thy flowing wounds supply,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14300" y="188119"/>
            <a:ext cx="89154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Redeeming love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 been my theme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shall be till I die.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shall be till I die</a:t>
            </a: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(2x)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redeeming love has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been my theme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shall be till I die.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