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055">
          <p15:clr>
            <a:srgbClr val="000000"/>
          </p15:clr>
        </p15:guide>
        <p15:guide id="2" pos="2870">
          <p15:clr>
            <a:srgbClr val="000000"/>
          </p15:clr>
        </p15:guide>
        <p15:guide id="3" pos="2976">
          <p15:clr>
            <a:srgbClr val="747775"/>
          </p15:clr>
        </p15:guide>
        <p15:guide id="4" pos="3072">
          <p15:clr>
            <a:srgbClr val="747775"/>
          </p15:clr>
        </p15:guide>
      </p15:sldGuideLst>
    </p:ext>
    <p:ext uri="GoogleSlidesCustomDataVersion2">
      <go:slidesCustomData xmlns:go="http://customooxmlschemas.google.com/" r:id="rId29" roundtripDataSignature="AMtx7mhDezsygpYte85FrZGpUJNB9NTfM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055" orient="horz"/>
        <p:guide pos="2870"/>
        <p:guide pos="2976"/>
        <p:guide pos="3072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" name="Google Shape;2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" name="Google Shape;3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" name="Google Shape;4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" name="Google Shape;4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c30dc77f31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1" name="Google Shape;51;g3c30dc77f31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6" name="Google Shape;5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c30dc77f3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1" name="Google Shape;61;g3c30dc77f31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c30dc77f31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6" name="Google Shape;66;g3c30dc77f31_0_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c30dc77f31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1" name="Google Shape;71;g3c30dc77f31_0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c30dc77f31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6" name="Google Shape;76;g3c30dc77f31_0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c30dc77f31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1" name="Google Shape;81;g3c30dc77f31_0_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c30dc77f31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6" name="Google Shape;86;g3c30dc77f31_0_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1" name="Google Shape;9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c30dc77f31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6" name="Google Shape;96;g3c30dc77f31_0_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c30dc77f31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1" name="Google Shape;101;g3c30dc77f31_0_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c30dc77f31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6" name="Google Shape;106;g3c30dc77f31_0_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c30dc77f31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1" name="Google Shape;111;g3c30dc77f31_0_4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c30dc77f31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6" name="Google Shape;116;g3c30dc77f31_0_5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c30dc77f31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1" name="Google Shape;121;g3c30dc77f31_0_5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c30dc77f31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6" name="Google Shape;126;g3c30dc77f31_0_6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c30dc77f31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1" name="Google Shape;131;g3c30dc77f31_0_6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c30dc77f31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6" name="Google Shape;136;g3c30dc77f31_0_6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layout with centered title and subtitle placeholders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14" name="Google Shape;14;p1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0028"/>
            </a:gs>
            <a:gs pos="100000">
              <a:srgbClr val="B3001C"/>
            </a:gs>
          </a:gsLst>
          <a:lin ang="540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"/>
          <p:cNvSpPr txBox="1"/>
          <p:nvPr>
            <p:ph type="ctrTitle"/>
          </p:nvPr>
        </p:nvSpPr>
        <p:spPr>
          <a:xfrm>
            <a:off x="685800" y="25908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n-US" sz="5400" u="sng">
                <a:solidFill>
                  <a:schemeClr val="lt1"/>
                </a:solidFill>
              </a:rPr>
              <a:t>God I'm Just Grateful</a:t>
            </a:r>
            <a:endParaRPr sz="5400" u="sng">
              <a:solidFill>
                <a:schemeClr val="lt1"/>
              </a:solidFill>
            </a:endParaRPr>
          </a:p>
        </p:txBody>
      </p:sp>
      <p:sp>
        <p:nvSpPr>
          <p:cNvPr id="27" name="Google Shape;27;p1"/>
          <p:cNvSpPr txBox="1"/>
          <p:nvPr>
            <p:ph idx="1" type="subTitle"/>
          </p:nvPr>
        </p:nvSpPr>
        <p:spPr>
          <a:xfrm>
            <a:off x="838200" y="4267200"/>
            <a:ext cx="73914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Words and Music by </a:t>
            </a:r>
            <a:r>
              <a:rPr lang="en-US" sz="1800">
                <a:solidFill>
                  <a:schemeClr val="lt1"/>
                </a:solidFill>
              </a:rPr>
              <a:t>Abubakar Baker Shariff-Farr | Chandler Moore | Joshua Emanuel Coleman | Pat Barrett | Steven Furtick</a:t>
            </a:r>
            <a:endParaRPr sz="18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</a:rPr>
              <a:t>© Capitol CMG Genesis; Housefires Sounds; Music by Elevation Worship Publishing; For Humans Publishing; Maverick City Publishing.</a:t>
            </a: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All rights reserved. Used by permission.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CCLI # </a:t>
            </a:r>
            <a:r>
              <a:rPr lang="en-US" sz="1800">
                <a:solidFill>
                  <a:schemeClr val="lt1"/>
                </a:solidFill>
              </a:rPr>
              <a:t>155095</a:t>
            </a:r>
            <a:endParaRPr/>
          </a:p>
        </p:txBody>
      </p:sp>
      <p:sp>
        <p:nvSpPr>
          <p:cNvPr id="28" name="Google Shape;28;p1"/>
          <p:cNvSpPr txBox="1"/>
          <p:nvPr/>
        </p:nvSpPr>
        <p:spPr>
          <a:xfrm>
            <a:off x="7848600" y="6019800"/>
            <a:ext cx="129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There was no way until You made one.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Grace upon grace, hallelujah!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 txBox="1"/>
          <p:nvPr>
            <p:ph type="title"/>
          </p:nvPr>
        </p:nvSpPr>
        <p:spPr>
          <a:xfrm>
            <a:off x="152400" y="274637"/>
            <a:ext cx="8839200" cy="6278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Even though I don't deserve it,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You did it.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Even though I couldn't earn it,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You give it.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Who am I that You keep me on Your mind?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t/>
            </a:r>
            <a:endParaRPr b="1" sz="4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God I'm just grateful for You! </a:t>
            </a:r>
            <a:r>
              <a:rPr i="1" lang="en-US" sz="4700">
                <a:solidFill>
                  <a:schemeClr val="lt1"/>
                </a:solidFill>
              </a:rPr>
              <a:t>(sing 2x)</a:t>
            </a:r>
            <a:endParaRPr i="1" sz="47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c30dc77f31_0_1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All my life You’ve been right here by my side.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t/>
            </a:r>
            <a:endParaRPr b="1" sz="4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God I'm just grateful for You! </a:t>
            </a:r>
            <a:r>
              <a:rPr i="1" lang="en-US" sz="4700">
                <a:solidFill>
                  <a:schemeClr val="lt1"/>
                </a:solidFill>
              </a:rPr>
              <a:t>(sing 2x)</a:t>
            </a:r>
            <a:endParaRPr i="1" sz="47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6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Holy holy,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there's only one.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 give You glory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for all that You've done.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c30dc77f31_0_5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Even though I don't deserve it,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You did it.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c30dc77f31_0_9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Even though I couldn't earn it,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You give it.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c30dc77f31_0_13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Who am I that You keep me on Your mind?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t/>
            </a:r>
            <a:endParaRPr b="1" sz="4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God I'm just grateful for You! </a:t>
            </a:r>
            <a:r>
              <a:rPr i="1" lang="en-US" sz="4700">
                <a:solidFill>
                  <a:schemeClr val="lt1"/>
                </a:solidFill>
              </a:rPr>
              <a:t>(sing 2x)</a:t>
            </a:r>
            <a:endParaRPr i="1" sz="47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c30dc77f31_0_17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All my life You’ve been right here by my side.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t/>
            </a:r>
            <a:endParaRPr b="1" sz="4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God I'm just grateful for You! </a:t>
            </a:r>
            <a:r>
              <a:rPr i="1" lang="en-US" sz="4700">
                <a:solidFill>
                  <a:schemeClr val="lt1"/>
                </a:solidFill>
              </a:rPr>
              <a:t>(sing 2x)</a:t>
            </a:r>
            <a:endParaRPr i="1" sz="47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c30dc77f31_0_21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Who am I that You keep me on Your mind?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t/>
            </a:r>
            <a:endParaRPr b="1" sz="4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God I'm just grateful for You! </a:t>
            </a:r>
            <a:r>
              <a:rPr i="1" lang="en-US" sz="4700">
                <a:solidFill>
                  <a:schemeClr val="lt1"/>
                </a:solidFill>
              </a:rPr>
              <a:t>(sing 2x)</a:t>
            </a:r>
            <a:endParaRPr i="1" sz="47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c30dc77f31_0_25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All my life You’ve been right here by my side.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t/>
            </a:r>
            <a:endParaRPr b="1" sz="4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God I'm just grateful for You! </a:t>
            </a:r>
            <a:r>
              <a:rPr i="1" lang="en-US" sz="4700">
                <a:solidFill>
                  <a:schemeClr val="lt1"/>
                </a:solidFill>
              </a:rPr>
              <a:t>(sing 2x)</a:t>
            </a:r>
            <a:endParaRPr i="1" sz="47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7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I… I’m lifting both of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my hands.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You gave me chance after chance, after chance.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c30dc77f31_0_29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I… </a:t>
            </a:r>
            <a:r>
              <a:rPr b="1" lang="en-US" sz="5900">
                <a:solidFill>
                  <a:schemeClr val="lt1"/>
                </a:solidFill>
              </a:rPr>
              <a:t>I’m giving all that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 am.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You gave me chance after chance, after chance.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c30dc77f31_0_41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I… I’m lifting both of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my hands.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You gave me chance after chance, after chance.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c30dc77f31_0_45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I… I’m giving all that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 am.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You gave me chance after chance, after chance.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c30dc77f31_0_49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Who am I that You keep me on Your mind?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t/>
            </a:r>
            <a:endParaRPr b="1" sz="4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God I'm just grateful for You! </a:t>
            </a:r>
            <a:r>
              <a:rPr i="1" lang="en-US" sz="4700">
                <a:solidFill>
                  <a:schemeClr val="lt1"/>
                </a:solidFill>
              </a:rPr>
              <a:t>(sing 2x)</a:t>
            </a:r>
            <a:endParaRPr i="1" sz="47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c30dc77f31_0_53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All my life You’ve been right here by my side.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t/>
            </a:r>
            <a:endParaRPr b="1" sz="4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God I'm just grateful for You! </a:t>
            </a:r>
            <a:r>
              <a:rPr i="1" lang="en-US" sz="4700">
                <a:solidFill>
                  <a:schemeClr val="lt1"/>
                </a:solidFill>
              </a:rPr>
              <a:t>(sing 2x)</a:t>
            </a:r>
            <a:endParaRPr i="1" sz="47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c30dc77f31_0_57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Who am I that You keep me on Your mind?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t/>
            </a:r>
            <a:endParaRPr b="1" sz="4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God I'm just grateful for You! </a:t>
            </a:r>
            <a:r>
              <a:rPr i="1" lang="en-US" sz="4700">
                <a:solidFill>
                  <a:schemeClr val="lt1"/>
                </a:solidFill>
              </a:rPr>
              <a:t>(sing 2x)</a:t>
            </a:r>
            <a:endParaRPr i="1" sz="47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c30dc77f31_0_61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All my life You’ve been right here by my side.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t/>
            </a:r>
            <a:endParaRPr b="1" sz="4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God I'm just grateful for You! </a:t>
            </a:r>
            <a:r>
              <a:rPr i="1" lang="en-US" sz="4700">
                <a:solidFill>
                  <a:schemeClr val="lt1"/>
                </a:solidFill>
              </a:rPr>
              <a:t>(sing 2x)</a:t>
            </a:r>
            <a:endParaRPr i="1" sz="47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c30dc77f31_0_65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 survived and I’m here to testify.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t/>
            </a:r>
            <a:endParaRPr b="1" sz="4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God I'm just grateful for You! </a:t>
            </a:r>
            <a:r>
              <a:rPr i="1" lang="en-US" sz="4700">
                <a:solidFill>
                  <a:schemeClr val="lt1"/>
                </a:solidFill>
              </a:rPr>
              <a:t>(sing 2x)</a:t>
            </a:r>
            <a:endParaRPr i="1" sz="47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c30dc77f31_0_69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I’m alright if they say I’m outta my mind</a:t>
            </a:r>
            <a:r>
              <a:rPr b="1" lang="en-US" sz="5900">
                <a:solidFill>
                  <a:schemeClr val="lt1"/>
                </a:solidFill>
              </a:rPr>
              <a:t>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t/>
            </a:r>
            <a:endParaRPr b="1" sz="4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God I'm just grateful for You! </a:t>
            </a:r>
            <a:r>
              <a:rPr i="1" lang="en-US" sz="4700">
                <a:solidFill>
                  <a:schemeClr val="lt1"/>
                </a:solidFill>
              </a:rPr>
              <a:t>(sing 2x)</a:t>
            </a:r>
            <a:endParaRPr i="1" sz="47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efault Design">
  <a:themeElements>
    <a:clrScheme name="Default Design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BBE0E3"/>
      </a:accent4>
      <a:accent5>
        <a:srgbClr val="333399"/>
      </a:accent5>
      <a:accent6>
        <a:srgbClr val="FFFFFF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