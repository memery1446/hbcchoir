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gMYzVfXGIZAKOCbT+8vN7HE2LW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b8265d47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g3b8265d473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8265d473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b8265d473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8265d473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g3b8265d473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8265d473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b8265d473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8265d473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b8265d473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8265d473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b8265d473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8265d473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b8265d473f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8265d473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b8265d473f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705ff6f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7705ff6fb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705ff6fb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7705ff6fb2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705ff6f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7705ff6fb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705ff6fb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7705ff6fb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705ff6fb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7705ff6fb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705ff6fb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7705ff6fb2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705ff6fb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7705ff6fb2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705ff6fb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7705ff6fb2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705ff6fb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7705ff6fb2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705ff6fb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7705ff6fb2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8d0ab9f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b8d0ab9fc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8d0ab9fc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b8d0ab9fc5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8d0ab9fc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b8d0ab9fc5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8d0ab9f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b8d0ab9fc5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8d0ab9fc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b8d0ab9fc5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500" u="sng">
                <a:solidFill>
                  <a:schemeClr val="lt1"/>
                </a:solidFill>
              </a:rPr>
              <a:t>Great God Medley</a:t>
            </a:r>
            <a:endParaRPr b="1" sz="5500"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3970425"/>
            <a:ext cx="7315200" cy="26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Stuart Hine; 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Chris Tomlin, Jesse Reeves and Ed Cash </a:t>
            </a:r>
            <a:endParaRPr sz="1900"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2004 Alletrop Music (BMI) (admin. by Music Services, Inc.)/worshiptogether.com Songs/sixsteps Music (ASCAP) (both admin. by EMI CMG Publishing).</a:t>
            </a:r>
            <a:endParaRPr sz="1900"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Used by permission.</a:t>
            </a:r>
            <a:endParaRPr sz="1900"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900">
                <a:solidFill>
                  <a:schemeClr val="lt1"/>
                </a:solidFill>
              </a:rPr>
              <a:t>155095</a:t>
            </a:r>
            <a:endParaRPr sz="1900"/>
          </a:p>
        </p:txBody>
      </p:sp>
      <p:sp>
        <p:nvSpPr>
          <p:cNvPr id="28" name="Google Shape;28;p1"/>
          <p:cNvSpPr txBox="1"/>
          <p:nvPr/>
        </p:nvSpPr>
        <p:spPr>
          <a:xfrm>
            <a:off x="7924800" y="5943600"/>
            <a:ext cx="1219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8265d473f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when I think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that God, His Son not sparing,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8265d473f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Sent Him to die,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scarce can take it in;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8265d473f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That on the cross,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burden gladly bearing,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8265d473f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bled and died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take away my sin.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8265d473f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Then sings my soul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Savior God, to Thee;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8265d473f_0_2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great Thou art!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H</a:t>
            </a:r>
            <a:r>
              <a:rPr b="1" i="0" lang="en-US" sz="5900" u="none">
                <a:solidFill>
                  <a:schemeClr val="lt1"/>
                </a:solidFill>
              </a:rPr>
              <a:t>ow great Thou art!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8265d473f_0_2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Then sings my soul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Savior God, to Thee;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8265d473f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great Thou art!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H</a:t>
            </a:r>
            <a:r>
              <a:rPr b="1" i="0" lang="en-US" sz="5900" u="none">
                <a:solidFill>
                  <a:schemeClr val="lt1"/>
                </a:solidFill>
              </a:rPr>
              <a:t>ow great Thou art!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splendor of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King,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clothed in majesty;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705ff6fb2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Let all the earth rejoice,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let all the earth rejoice.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wraps Himself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in light,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darkness tries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to hide;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705ff6fb2_0_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It trembles at His voice,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it trembles at His voice.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great is our God!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with 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</a:t>
            </a:r>
            <a:r>
              <a:rPr b="1" i="0" lang="en-US" sz="5900" u="none">
                <a:solidFill>
                  <a:schemeClr val="lt1"/>
                </a:solidFill>
              </a:rPr>
              <a:t>How great is our God!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705ff6fb2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all will see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great,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how great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is our God!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a</a:t>
            </a:r>
            <a:r>
              <a:rPr b="1" i="0" lang="en-US" sz="5900" u="none">
                <a:solidFill>
                  <a:schemeClr val="lt1"/>
                </a:solidFill>
              </a:rPr>
              <a:t>ge to age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stands,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time is in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His hands;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705ff6fb2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Beginning and the </a:t>
            </a:r>
            <a:r>
              <a:rPr b="1" lang="en-US" sz="5900">
                <a:solidFill>
                  <a:schemeClr val="lt1"/>
                </a:solidFill>
              </a:rPr>
              <a:t>e</a:t>
            </a:r>
            <a:r>
              <a:rPr b="1" i="0" lang="en-US" sz="5900" u="none">
                <a:solidFill>
                  <a:schemeClr val="lt1"/>
                </a:solidFill>
              </a:rPr>
              <a:t>nd,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b</a:t>
            </a:r>
            <a:r>
              <a:rPr b="1" i="0" lang="en-US" sz="5900" u="none">
                <a:solidFill>
                  <a:schemeClr val="lt1"/>
                </a:solidFill>
              </a:rPr>
              <a:t>eginning and the </a:t>
            </a:r>
            <a:r>
              <a:rPr b="1" lang="en-US" sz="5900">
                <a:solidFill>
                  <a:schemeClr val="lt1"/>
                </a:solidFill>
              </a:rPr>
              <a:t>e</a:t>
            </a:r>
            <a:r>
              <a:rPr b="1" i="0" lang="en-US" sz="5900" u="none">
                <a:solidFill>
                  <a:schemeClr val="lt1"/>
                </a:solidFill>
              </a:rPr>
              <a:t>nd.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Godhead,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</a:rPr>
              <a:t>hree in </a:t>
            </a:r>
            <a:r>
              <a:rPr b="1" lang="en-US" sz="5900">
                <a:solidFill>
                  <a:schemeClr val="lt1"/>
                </a:solidFill>
              </a:rPr>
              <a:t>One,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Father, Spirit, Son,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705ff6fb2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</a:rPr>
              <a:t>he Lion and the Lamb,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Lion and the Lamb.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705ff6fb2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great is our God!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with 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</a:t>
            </a:r>
            <a:r>
              <a:rPr b="1" i="0" lang="en-US" sz="5900" u="none">
                <a:solidFill>
                  <a:schemeClr val="lt1"/>
                </a:solidFill>
              </a:rPr>
              <a:t>How great is our God!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705ff6fb2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all will see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great,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how great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is our God!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Name above all names,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worthy of all praise;</a:t>
            </a:r>
            <a:endParaRPr b="1" sz="5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705ff6fb2_0_5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heart will sing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h</a:t>
            </a:r>
            <a:r>
              <a:rPr b="1" i="0" lang="en-US" sz="5900" u="none">
                <a:solidFill>
                  <a:schemeClr val="lt1"/>
                </a:solidFill>
              </a:rPr>
              <a:t>ow great is our God!</a:t>
            </a:r>
            <a:endParaRPr b="1" sz="59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705ff6fb2_0_4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great is our God!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with 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</a:t>
            </a:r>
            <a:r>
              <a:rPr b="1" i="0" lang="en-US" sz="5900" u="none">
                <a:solidFill>
                  <a:schemeClr val="lt1"/>
                </a:solidFill>
              </a:rPr>
              <a:t>How great is our God!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b="1" sz="5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705ff6fb2_0_4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all will see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great,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how great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is our God!</a:t>
            </a:r>
            <a:endParaRPr b="1" sz="5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8d0ab9fc5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great is our God!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with 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</a:t>
            </a:r>
            <a:r>
              <a:rPr b="1" i="0" lang="en-US" sz="5900" u="none">
                <a:solidFill>
                  <a:schemeClr val="lt1"/>
                </a:solidFill>
              </a:rPr>
              <a:t>How great is our God!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b="1" sz="5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8d0ab9fc5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all will see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great,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how great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is our God!</a:t>
            </a:r>
            <a:endParaRPr b="1" sz="5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8d0ab9fc5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great,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great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our God!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8d0ab9fc5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great,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great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our God!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8d0ab9fc5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great is our God!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great is our God!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