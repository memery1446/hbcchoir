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Fjalla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jallaOn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6265f74f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f6265f74f4_0_2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265f74f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f6265f74f4_0_2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265f74f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f6265f74f4_0_2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265f74f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f6265f74f4_0_2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725dbc0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f725dbc07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265f74f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f6265f74f4_0_2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265f74f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6265f74f4_0_2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725dbc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f725dbc0f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261ab7a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f7261ab7aa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261ab7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7261ab7aa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261ab7a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f7261ab7aa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7261ab7a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f7261ab7aa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725dbc0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f725dbc0fc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725dbc0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725dbc0fc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7261ab7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f7261ab7aa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7261ab7a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f7261ab7aa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7261ab7a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f7261ab7aa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7261ab7a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f7261ab7aa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7261ab7a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f7261ab7aa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7261ab7a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f7261ab7aa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932400"/>
            <a:ext cx="8697900" cy="327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HOLY FOREVER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Brian Johnson, Chris Tomlin, Jason Ingram, Jenn Johnson, Phil Wickham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2022 Brian and Jenn Publishing; Capitol CMG Paragon; S. D. G. Publishing; Be Essential Songs; My Magnolia Music; Phil Wickham Music; Simply Global Songs; Bethel Music Publishing All rights reserved. Used by permission.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thousand generations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falling down in worship,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sing the song of ages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 Lamb.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673050"/>
            <a:ext cx="8697900" cy="379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all who've gone before us,</a:t>
            </a:r>
            <a:endParaRPr b="1" sz="5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all who will believe,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will sing the song of ages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 Lamb.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the highest,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the greatest,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stands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them all.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thrones and dominions,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powers and positions,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stands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them all.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 angels cry,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creation cries,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223050" y="1133400"/>
            <a:ext cx="8697900" cy="28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lifted high,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 forever.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you've been forgiven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if you've been redeemed,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 the song forever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 Lamb.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you walk in freedom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if you bear His name,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 the song forever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 Lamb.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223050" y="1602450"/>
            <a:ext cx="8697900" cy="193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We'll sing the song forever and amen!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 angels cry,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creation cries,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/>
        </p:nvSpPr>
        <p:spPr>
          <a:xfrm>
            <a:off x="223050" y="1133400"/>
            <a:ext cx="8697900" cy="28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lifted high,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 forever.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Hear Your people sing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 King of kings,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/>
        </p:nvSpPr>
        <p:spPr>
          <a:xfrm>
            <a:off x="223050" y="1133400"/>
            <a:ext cx="8697900" cy="28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will always be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 forever.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the highest,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the greatest,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stands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them all.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thrones and dominions,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powers and positions,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stands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them all.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/>
        </p:nvSpPr>
        <p:spPr>
          <a:xfrm>
            <a:off x="223050" y="195150"/>
            <a:ext cx="8697900" cy="475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Jesus, 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the highest,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is the greatest,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stands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them all.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thrones and dominions,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powers and positions,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Name stands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them all.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 angels cry,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creation cries,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/>
          <p:nvPr/>
        </p:nvSpPr>
        <p:spPr>
          <a:xfrm>
            <a:off x="223050" y="1133400"/>
            <a:ext cx="8697900" cy="287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lifted high,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 forever.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0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Hear Your people sing,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the King of kings,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“Holy!”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1"/>
          <p:cNvSpPr txBox="1"/>
          <p:nvPr/>
        </p:nvSpPr>
        <p:spPr>
          <a:xfrm>
            <a:off x="223050" y="710400"/>
            <a:ext cx="8697900" cy="372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will always be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Holy!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 forever.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(repeat)</a:t>
            </a:r>
            <a:endParaRPr i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