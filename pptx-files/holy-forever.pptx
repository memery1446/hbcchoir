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custom-properties+xml" PartName="/docProps/custom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  <p:sldMasterId id="214748365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y="68580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39" roundtripDataSignature="AMtx7mg+qf3fT4MhHFAuYraWut094rpLd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37" Type="http://schemas.openxmlformats.org/officeDocument/2006/relationships/slide" Target="slides/slide31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39" Type="http://customschemas.google.com/relationships/presentationmetadata" Target="metadata"/><Relationship Id="rId16" Type="http://schemas.openxmlformats.org/officeDocument/2006/relationships/slide" Target="slides/slide10.xml"/><Relationship Id="rId38" Type="http://schemas.openxmlformats.org/officeDocument/2006/relationships/slide" Target="slides/slide32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0" name="Google Shape;30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7" name="Google Shape;37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g37c43f6498d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2" name="Google Shape;42;g37c43f6498d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7" name="Google Shape;47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7c43f6498d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2" name="Google Shape;52;g37c43f6498d_0_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7" name="Google Shape;57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7c43f6498d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" name="Google Shape;62;g37c43f6498d_0_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7" name="Google Shape;67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7c43f6498d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72" name="Google Shape;72;g37c43f6498d_0_1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77" name="Google Shape;77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7" name="Google Shape;87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7c43f6498d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2" name="Google Shape;92;g37c43f6498d_0_1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7" name="Google Shape;97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7c43f6498d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2" name="Google Shape;102;g37c43f6498d_0_2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7c43f6498d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7" name="Google Shape;107;g37c43f6498d_0_6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7c43f6498d_0_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2" name="Google Shape;112;g37c43f6498d_0_6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7c43f6498d_0_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7" name="Google Shape;117;g37c43f6498d_0_6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7a51137e2e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2" name="Google Shape;122;g37a51137e2e_0_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7c43f6498d_0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7" name="Google Shape;127;g37c43f6498d_0_2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7c43f6498d_0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2" name="Google Shape;132;g37c43f6498d_0_4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7c43f6498d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7" name="Google Shape;137;g37c43f6498d_0_4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7c43f6498d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2" name="Google Shape;142;g37c43f6498d_0_5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7c43f6498d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7" name="Google Shape;147;g37c43f6498d_0_5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7c43f6498d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52" name="Google Shape;152;g37c43f6498d_0_2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7c43f6498d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57" name="Google Shape;157;g37c43f6498d_0_3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7c43f6498d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2" name="Google Shape;162;g37c43f6498d_0_3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7c43f6498d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7" name="Google Shape;167;g37c43f6498d_0_4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7c43f6498d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72" name="Google Shape;172;g37c43f6498d_0_7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7c43f6498d_0_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77" name="Google Shape;177;g37c43f6498d_0_7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7c43f6498d_0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82" name="Google Shape;182;g37c43f6498d_0_8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7c43f6498d_0_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87" name="Google Shape;187;g37c43f6498d_0_8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6"/>
          <p:cNvSpPr txBox="1"/>
          <p:nvPr>
            <p:ph type="ctrTitle"/>
          </p:nvPr>
        </p:nvSpPr>
        <p:spPr>
          <a:xfrm>
            <a:off x="1143000" y="1122363"/>
            <a:ext cx="6858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6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6"/>
          <p:cNvSpPr txBox="1"/>
          <p:nvPr>
            <p:ph idx="1" type="subTitle"/>
          </p:nvPr>
        </p:nvSpPr>
        <p:spPr>
          <a:xfrm>
            <a:off x="1143000" y="3602038"/>
            <a:ext cx="6858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" name="Google Shape;14;p16"/>
          <p:cNvSpPr txBox="1"/>
          <p:nvPr>
            <p:ph idx="10" type="dt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16"/>
          <p:cNvSpPr txBox="1"/>
          <p:nvPr>
            <p:ph idx="11" type="ftr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16"/>
          <p:cNvSpPr txBox="1"/>
          <p:nvPr>
            <p:ph idx="12" type="sldNum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8"/>
          <p:cNvSpPr txBox="1"/>
          <p:nvPr>
            <p:ph type="title"/>
          </p:nvPr>
        </p:nvSpPr>
        <p:spPr>
          <a:xfrm>
            <a:off x="457200" y="274637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8"/>
          <p:cNvSpPr txBox="1"/>
          <p:nvPr>
            <p:ph idx="10" type="dt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8"/>
          <p:cNvSpPr txBox="1"/>
          <p:nvPr>
            <p:ph idx="11" type="ftr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8"/>
          <p:cNvSpPr txBox="1"/>
          <p:nvPr>
            <p:ph idx="12" type="sldNum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B9003C"/>
            </a:gs>
            <a:gs pos="100000">
              <a:srgbClr val="5B001D"/>
            </a:gs>
          </a:gsLst>
          <a:lin ang="5400000" scaled="0"/>
        </a:gra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5"/>
          <p:cNvSpPr txBox="1"/>
          <p:nvPr>
            <p:ph type="title"/>
          </p:nvPr>
        </p:nvSpPr>
        <p:spPr>
          <a:xfrm>
            <a:off x="457200" y="274637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5"/>
          <p:cNvSpPr txBox="1"/>
          <p:nvPr>
            <p:ph idx="1" type="body"/>
          </p:nvPr>
        </p:nvSpPr>
        <p:spPr>
          <a:xfrm>
            <a:off x="457200" y="1600200"/>
            <a:ext cx="8229600" cy="45259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5"/>
          <p:cNvSpPr txBox="1"/>
          <p:nvPr>
            <p:ph idx="10" type="dt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15"/>
          <p:cNvSpPr txBox="1"/>
          <p:nvPr>
            <p:ph idx="11" type="ftr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Google Shape;10;p15"/>
          <p:cNvSpPr txBox="1"/>
          <p:nvPr>
            <p:ph idx="12" type="sldNum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B9003C"/>
            </a:gs>
            <a:gs pos="100000">
              <a:srgbClr val="5B001D"/>
            </a:gs>
          </a:gsLst>
          <a:lin ang="5400000" scaled="0"/>
        </a:gradFill>
      </p:bgPr>
    </p:bg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7"/>
          <p:cNvSpPr txBox="1"/>
          <p:nvPr>
            <p:ph type="title"/>
          </p:nvPr>
        </p:nvSpPr>
        <p:spPr>
          <a:xfrm>
            <a:off x="457200" y="274637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" name="Google Shape;19;p17"/>
          <p:cNvSpPr txBox="1"/>
          <p:nvPr>
            <p:ph idx="1" type="body"/>
          </p:nvPr>
        </p:nvSpPr>
        <p:spPr>
          <a:xfrm>
            <a:off x="457200" y="1600200"/>
            <a:ext cx="8229600" cy="45259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" name="Google Shape;20;p17"/>
          <p:cNvSpPr txBox="1"/>
          <p:nvPr>
            <p:ph idx="10" type="dt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1" name="Google Shape;21;p17"/>
          <p:cNvSpPr txBox="1"/>
          <p:nvPr>
            <p:ph idx="11" type="ftr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2" name="Google Shape;22;p17"/>
          <p:cNvSpPr txBox="1"/>
          <p:nvPr>
            <p:ph idx="12" type="sldNum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1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"/>
          <p:cNvSpPr txBox="1"/>
          <p:nvPr>
            <p:ph type="ctrTitle"/>
          </p:nvPr>
        </p:nvSpPr>
        <p:spPr>
          <a:xfrm>
            <a:off x="685800" y="2286000"/>
            <a:ext cx="77724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Arial"/>
              <a:buNone/>
            </a:pPr>
            <a:r>
              <a:rPr lang="en-US" sz="5400" u="sng">
                <a:solidFill>
                  <a:schemeClr val="lt1"/>
                </a:solidFill>
              </a:rPr>
              <a:t>Holy Forever</a:t>
            </a:r>
            <a:endParaRPr/>
          </a:p>
        </p:txBody>
      </p:sp>
      <p:sp>
        <p:nvSpPr>
          <p:cNvPr id="33" name="Google Shape;33;p1"/>
          <p:cNvSpPr txBox="1"/>
          <p:nvPr>
            <p:ph idx="1" type="subTitle"/>
          </p:nvPr>
        </p:nvSpPr>
        <p:spPr>
          <a:xfrm>
            <a:off x="800100" y="4038600"/>
            <a:ext cx="7543800" cy="259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</a:rPr>
              <a:t>Brian Johnson, Chris Tomlin, Jason Ingram, Jenn Johnson, </a:t>
            </a:r>
            <a:endParaRPr sz="18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</a:rPr>
              <a:t>Phil Wickham</a:t>
            </a:r>
            <a:endParaRPr sz="18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t/>
            </a:r>
            <a:endParaRPr b="0" i="0" sz="1800" u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</a:rPr>
              <a:t>© 2022 Brian and Jenn Publishing; Capitol CMG Paragon; S. D. G. Publishing; Be Essential Songs; My Magnolia Music; Phil Wickham Music; Simply Global Songs; Bethel Music Publishing</a:t>
            </a:r>
            <a:r>
              <a:rPr b="0" i="0" lang="en-US" sz="18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All rights reserved. Used by permission.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rPr b="0" i="0" lang="en-US" sz="18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CCLI #</a:t>
            </a:r>
            <a:r>
              <a:rPr lang="en-US" sz="1800">
                <a:solidFill>
                  <a:schemeClr val="lt1"/>
                </a:solidFill>
              </a:rPr>
              <a:t> 155095</a:t>
            </a:r>
            <a:endParaRPr/>
          </a:p>
        </p:txBody>
      </p:sp>
      <p:sp>
        <p:nvSpPr>
          <p:cNvPr id="34" name="Google Shape;34;p1"/>
          <p:cNvSpPr txBox="1"/>
          <p:nvPr/>
        </p:nvSpPr>
        <p:spPr>
          <a:xfrm>
            <a:off x="7848600" y="6034087"/>
            <a:ext cx="12954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2"/>
          <p:cNvSpPr txBox="1"/>
          <p:nvPr>
            <p:ph type="title"/>
          </p:nvPr>
        </p:nvSpPr>
        <p:spPr>
          <a:xfrm>
            <a:off x="152400" y="152400"/>
            <a:ext cx="8839200" cy="655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A thousand generations falling down in worship,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g37c43f6498d_0_0"/>
          <p:cNvSpPr txBox="1"/>
          <p:nvPr>
            <p:ph type="title"/>
          </p:nvPr>
        </p:nvSpPr>
        <p:spPr>
          <a:xfrm>
            <a:off x="152400" y="152400"/>
            <a:ext cx="8839200" cy="655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To sing the song of ages to the Lamb.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3"/>
          <p:cNvSpPr txBox="1"/>
          <p:nvPr>
            <p:ph type="title"/>
          </p:nvPr>
        </p:nvSpPr>
        <p:spPr>
          <a:xfrm>
            <a:off x="152400" y="274637"/>
            <a:ext cx="8839200" cy="62785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And all who've gone before us,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And all who will believe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7c43f6498d_0_4"/>
          <p:cNvSpPr txBox="1"/>
          <p:nvPr>
            <p:ph type="title"/>
          </p:nvPr>
        </p:nvSpPr>
        <p:spPr>
          <a:xfrm>
            <a:off x="152400" y="274637"/>
            <a:ext cx="8839200" cy="627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Will sing the song of ages to the Lamb.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4"/>
          <p:cNvSpPr txBox="1"/>
          <p:nvPr>
            <p:ph type="title"/>
          </p:nvPr>
        </p:nvSpPr>
        <p:spPr>
          <a:xfrm>
            <a:off x="152400" y="152400"/>
            <a:ext cx="8839200" cy="647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Your name is the highest,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Your name is the greatest,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7c43f6498d_0_8"/>
          <p:cNvSpPr txBox="1"/>
          <p:nvPr>
            <p:ph type="title"/>
          </p:nvPr>
        </p:nvSpPr>
        <p:spPr>
          <a:xfrm>
            <a:off x="152400" y="152400"/>
            <a:ext cx="8839200" cy="647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Your name stands above them all.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5"/>
          <p:cNvSpPr txBox="1"/>
          <p:nvPr>
            <p:ph type="title"/>
          </p:nvPr>
        </p:nvSpPr>
        <p:spPr>
          <a:xfrm>
            <a:off x="152400" y="152400"/>
            <a:ext cx="8839200" cy="655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All thrones and dominions,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All powers and positions,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7c43f6498d_0_12"/>
          <p:cNvSpPr txBox="1"/>
          <p:nvPr>
            <p:ph type="title"/>
          </p:nvPr>
        </p:nvSpPr>
        <p:spPr>
          <a:xfrm>
            <a:off x="152400" y="152400"/>
            <a:ext cx="8839200" cy="655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Your name stands above them all.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6"/>
          <p:cNvSpPr txBox="1"/>
          <p:nvPr>
            <p:ph type="title"/>
          </p:nvPr>
        </p:nvSpPr>
        <p:spPr>
          <a:xfrm>
            <a:off x="152400" y="152400"/>
            <a:ext cx="8991600" cy="655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And the angels cry,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“Holy!”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All creation cries,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“Holy!”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7"/>
          <p:cNvSpPr txBox="1"/>
          <p:nvPr>
            <p:ph type="title"/>
          </p:nvPr>
        </p:nvSpPr>
        <p:spPr>
          <a:xfrm>
            <a:off x="152400" y="152400"/>
            <a:ext cx="8839200" cy="655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You are lifted high,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Holy!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Holy forever.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8"/>
          <p:cNvSpPr txBox="1"/>
          <p:nvPr>
            <p:ph type="title"/>
          </p:nvPr>
        </p:nvSpPr>
        <p:spPr>
          <a:xfrm>
            <a:off x="152400" y="152400"/>
            <a:ext cx="8839200" cy="655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If you've been forgiven and if you've been redeemed,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7c43f6498d_0_16"/>
          <p:cNvSpPr txBox="1"/>
          <p:nvPr>
            <p:ph type="title"/>
          </p:nvPr>
        </p:nvSpPr>
        <p:spPr>
          <a:xfrm>
            <a:off x="152400" y="152400"/>
            <a:ext cx="8839200" cy="655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Sing the song forever 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to the Lamb.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9"/>
          <p:cNvSpPr txBox="1"/>
          <p:nvPr>
            <p:ph type="title"/>
          </p:nvPr>
        </p:nvSpPr>
        <p:spPr>
          <a:xfrm>
            <a:off x="152400" y="152400"/>
            <a:ext cx="8839200" cy="655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If you walk in freedom and if you bear His name,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7c43f6498d_0_20"/>
          <p:cNvSpPr txBox="1"/>
          <p:nvPr>
            <p:ph type="title"/>
          </p:nvPr>
        </p:nvSpPr>
        <p:spPr>
          <a:xfrm>
            <a:off x="152400" y="152400"/>
            <a:ext cx="8839200" cy="655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Sing the song forever 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to the Lamb.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7c43f6498d_0_60"/>
          <p:cNvSpPr txBox="1"/>
          <p:nvPr>
            <p:ph type="title"/>
          </p:nvPr>
        </p:nvSpPr>
        <p:spPr>
          <a:xfrm>
            <a:off x="152400" y="152400"/>
            <a:ext cx="8839200" cy="655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We'll sing the song forever and amen!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7c43f6498d_0_64"/>
          <p:cNvSpPr txBox="1"/>
          <p:nvPr>
            <p:ph type="title"/>
          </p:nvPr>
        </p:nvSpPr>
        <p:spPr>
          <a:xfrm>
            <a:off x="152400" y="152400"/>
            <a:ext cx="8991600" cy="655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And the angels cry,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“Holy!”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All creation cries,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“Holy!”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7c43f6498d_0_68"/>
          <p:cNvSpPr txBox="1"/>
          <p:nvPr>
            <p:ph type="title"/>
          </p:nvPr>
        </p:nvSpPr>
        <p:spPr>
          <a:xfrm>
            <a:off x="152400" y="152400"/>
            <a:ext cx="8839200" cy="655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You are lifted high,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Holy!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Holy forever.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7a51137e2e_0_1"/>
          <p:cNvSpPr txBox="1"/>
          <p:nvPr>
            <p:ph type="title"/>
          </p:nvPr>
        </p:nvSpPr>
        <p:spPr>
          <a:xfrm>
            <a:off x="152400" y="152400"/>
            <a:ext cx="8991600" cy="655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Hear Your people sing, “Holy!”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To the King of Kings,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“Holy!”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7c43f6498d_0_24"/>
          <p:cNvSpPr txBox="1"/>
          <p:nvPr>
            <p:ph type="title"/>
          </p:nvPr>
        </p:nvSpPr>
        <p:spPr>
          <a:xfrm>
            <a:off x="152400" y="152400"/>
            <a:ext cx="8991600" cy="655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You will always be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Holy!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Holy forever.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7c43f6498d_0_44"/>
          <p:cNvSpPr txBox="1"/>
          <p:nvPr>
            <p:ph type="title"/>
          </p:nvPr>
        </p:nvSpPr>
        <p:spPr>
          <a:xfrm>
            <a:off x="152400" y="152400"/>
            <a:ext cx="8839200" cy="647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Your name is the highest,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Your name is the greatest,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7c43f6498d_0_48"/>
          <p:cNvSpPr txBox="1"/>
          <p:nvPr>
            <p:ph type="title"/>
          </p:nvPr>
        </p:nvSpPr>
        <p:spPr>
          <a:xfrm>
            <a:off x="152400" y="152400"/>
            <a:ext cx="8839200" cy="647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Your name stands above them all.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7c43f6498d_0_52"/>
          <p:cNvSpPr txBox="1"/>
          <p:nvPr>
            <p:ph type="title"/>
          </p:nvPr>
        </p:nvSpPr>
        <p:spPr>
          <a:xfrm>
            <a:off x="152400" y="152400"/>
            <a:ext cx="8839200" cy="655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All thrones and dominions,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All powers and positions,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7c43f6498d_0_56"/>
          <p:cNvSpPr txBox="1"/>
          <p:nvPr>
            <p:ph type="title"/>
          </p:nvPr>
        </p:nvSpPr>
        <p:spPr>
          <a:xfrm>
            <a:off x="152400" y="152400"/>
            <a:ext cx="8839200" cy="655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Your name stands above them all.</a:t>
            </a:r>
            <a:endParaRPr b="1" sz="5900">
              <a:solidFill>
                <a:srgbClr val="B9003C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7c43f6498d_0_28"/>
          <p:cNvSpPr txBox="1"/>
          <p:nvPr>
            <p:ph type="title"/>
          </p:nvPr>
        </p:nvSpPr>
        <p:spPr>
          <a:xfrm>
            <a:off x="152400" y="152400"/>
            <a:ext cx="8839200" cy="647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Your name is the highest,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Your name is the greatest,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7c43f6498d_0_32"/>
          <p:cNvSpPr txBox="1"/>
          <p:nvPr>
            <p:ph type="title"/>
          </p:nvPr>
        </p:nvSpPr>
        <p:spPr>
          <a:xfrm>
            <a:off x="152400" y="152400"/>
            <a:ext cx="8839200" cy="647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Your name stands above them all.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7c43f6498d_0_36"/>
          <p:cNvSpPr txBox="1"/>
          <p:nvPr>
            <p:ph type="title"/>
          </p:nvPr>
        </p:nvSpPr>
        <p:spPr>
          <a:xfrm>
            <a:off x="152400" y="152400"/>
            <a:ext cx="8839200" cy="655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All thrones and dominions,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All powers and positions,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7c43f6498d_0_40"/>
          <p:cNvSpPr txBox="1"/>
          <p:nvPr>
            <p:ph type="title"/>
          </p:nvPr>
        </p:nvSpPr>
        <p:spPr>
          <a:xfrm>
            <a:off x="152400" y="152400"/>
            <a:ext cx="8839200" cy="655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Your name stands above them all.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7c43f6498d_0_72"/>
          <p:cNvSpPr txBox="1"/>
          <p:nvPr>
            <p:ph type="title"/>
          </p:nvPr>
        </p:nvSpPr>
        <p:spPr>
          <a:xfrm>
            <a:off x="152400" y="152400"/>
            <a:ext cx="8991600" cy="655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And the angels cry,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“Holy!”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All creation cries,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“Holy!”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7c43f6498d_0_76"/>
          <p:cNvSpPr txBox="1"/>
          <p:nvPr>
            <p:ph type="title"/>
          </p:nvPr>
        </p:nvSpPr>
        <p:spPr>
          <a:xfrm>
            <a:off x="152400" y="152400"/>
            <a:ext cx="8839200" cy="655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You are lifted high,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Holy!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Holy forever.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7c43f6498d_0_80"/>
          <p:cNvSpPr txBox="1"/>
          <p:nvPr>
            <p:ph type="title"/>
          </p:nvPr>
        </p:nvSpPr>
        <p:spPr>
          <a:xfrm>
            <a:off x="152400" y="152400"/>
            <a:ext cx="8991600" cy="655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Hear Your people sing, “Holy!”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To the King of Kings,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“Holy!”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7c43f6498d_0_84"/>
          <p:cNvSpPr txBox="1"/>
          <p:nvPr>
            <p:ph type="title"/>
          </p:nvPr>
        </p:nvSpPr>
        <p:spPr>
          <a:xfrm>
            <a:off x="152400" y="152400"/>
            <a:ext cx="8991600" cy="655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You will always be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Holy!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Holy forever.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1_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6_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1601-01-01T00:00:00Z</dcterms:creat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i4>1</vt:i4>
  </property>
</Properties>
</file>