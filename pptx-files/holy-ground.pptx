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Fjalla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jallaOn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26ae1f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626ae1f4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26ae1f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626ae1f4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26ae1f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626ae1f47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26ae1f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626ae1f4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585d8c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585d8c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585d8c2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6585d8c2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585d8c2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6585d8c2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585d8c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6585d8c2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585d8c2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6585d8c27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585d8c2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6585d8c2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26ae1f4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626ae1f47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26ae1f4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626ae1f47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724650"/>
            <a:ext cx="8697900" cy="369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HOLY GROUND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</a:t>
            </a: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Christopher Beatty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1982 Birdwing Music (ASCAP)/BMG Songs (ASCAP)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(both admin. by EMI CMG Publishing).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holy ground;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We’re standing on holy ground,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the Lord is present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where He is is holy.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holy ground;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We’re standing on holy ground,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the Lord is present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where He is is holy.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are holy hands;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He’s given us holy hands.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works through </a:t>
            </a:r>
            <a:endParaRPr b="1" i="0" sz="53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hands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so these hands </a:t>
            </a:r>
            <a:endParaRPr b="1" i="0" sz="53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holy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223050" y="724650"/>
            <a:ext cx="8697900" cy="369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HOLY GROUND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</a:t>
            </a: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Geron Davis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1983 Songchannel Music Co. (ASCAP)/Meadowgreen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Music Company (ASCAP) (both admin. by EMI CMG Publishing).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standing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holy ground,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know that there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angels all around.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us praise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now;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standing in His presence on holy ground.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standing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holy ground,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know that there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angels all around.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us praise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now;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standing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His presence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standing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His presence,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standing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His presence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holy ground.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are holy hands;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He’s given us holy hands.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works through </a:t>
            </a:r>
            <a:endParaRPr b="1" i="0" sz="53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hands</a:t>
            </a:r>
            <a:b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so these hands </a:t>
            </a:r>
            <a:endParaRPr b="1" i="0" sz="53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" sz="53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holy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