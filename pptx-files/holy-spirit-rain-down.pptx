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iLrX3HFjU/sx/kALtdR/SLvF6b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722980d1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722980d17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722980d17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722980d17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722980d17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722980d174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22980d17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722980d174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22980d17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722980d174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22980d17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722980d174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22980d17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722980d174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22980d17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722980d174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22980d17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722980d174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22980d17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722980d174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22980d17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722980d174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22980d17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722980d174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22980d17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722980d174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22980d17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722980d174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22980d17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722980d174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85002B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i="0" lang="en-US" sz="5400" u="sng">
                <a:solidFill>
                  <a:schemeClr val="lt1"/>
                </a:solidFill>
              </a:rPr>
              <a:t>Holy Spirit, Rain Down</a:t>
            </a:r>
            <a:endParaRPr b="1"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00100" y="4114800"/>
            <a:ext cx="75438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Russell Fragar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1997 Russell Fragar/Hillsong Publishing (ASCAP) (admin. in the US &amp; Canada by Integrity’s Hosanna! Music) (c/o Integrity Media, Inc., 1000 Cody Road, Mobile, AL 36695).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Holy Spirit, rain down,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rain down;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722980d174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 Comforter and Friend,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How we need Your touch again.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Holy Spirit, rain down,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rain down;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722980d174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Let Your power fall,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l</a:t>
            </a:r>
            <a:r>
              <a:rPr b="1" i="0" lang="en-US" sz="5900" u="none">
                <a:solidFill>
                  <a:schemeClr val="lt1"/>
                </a:solidFill>
              </a:rPr>
              <a:t>et Your voice be heard,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 and change our hearts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as we stand on Your Word.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22980d174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Holy Spirit,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rain down.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22980d174_0_4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Holy Spirit, rain down,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rain down;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22980d174_0_4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 Comforter and Friend,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How we need Your touch again.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22980d174_0_5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Holy Spirit, rain down,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rain down;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22980d174_0_5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Let Your power fall,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l</a:t>
            </a:r>
            <a:r>
              <a:rPr b="1" i="0" lang="en-US" sz="5900" u="none">
                <a:solidFill>
                  <a:schemeClr val="lt1"/>
                </a:solidFill>
              </a:rPr>
              <a:t>et Your voice be heard,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22980d174_0_6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 and change our hearts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as we stand on Your Word.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22980d174_0_6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Holy Spirit,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rain down.</a:t>
            </a:r>
            <a:endParaRPr b="1" sz="5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No eye has seen,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n</a:t>
            </a:r>
            <a:r>
              <a:rPr b="1" i="0" lang="en-US" sz="5900" u="none">
                <a:solidFill>
                  <a:schemeClr val="lt1"/>
                </a:solidFill>
              </a:rPr>
              <a:t>o ear has heard,</a:t>
            </a:r>
            <a:endParaRPr b="1" sz="5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22980d174_0_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No mind can know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what God has in store;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So open up heaven,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o</a:t>
            </a:r>
            <a:r>
              <a:rPr b="1" i="0" lang="en-US" sz="5900" u="none">
                <a:solidFill>
                  <a:schemeClr val="lt1"/>
                </a:solidFill>
              </a:rPr>
              <a:t>pen it wide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22980d174_0_4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Over Your church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over our lives.</a:t>
            </a:r>
            <a:endParaRPr b="1" sz="5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22980d174_0_7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Holy Spirit, rain down,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rain down;</a:t>
            </a:r>
            <a:endParaRPr b="1" sz="5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22980d174_0_8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Let Your power fall,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l</a:t>
            </a:r>
            <a:r>
              <a:rPr b="1" i="0" lang="en-US" sz="5900" u="none">
                <a:solidFill>
                  <a:schemeClr val="lt1"/>
                </a:solidFill>
              </a:rPr>
              <a:t>et Your voice be heard,</a:t>
            </a:r>
            <a:endParaRPr b="1" sz="5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22980d174_0_8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 and change our hearts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as we stand on Your Word.</a:t>
            </a:r>
            <a:endParaRPr b="1" sz="5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22980d174_0_8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Holy Spirit,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rain down.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