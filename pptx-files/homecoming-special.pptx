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  <p:sldMasterId id="214748365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6" roundtripDataSignature="AMtx7mhpgdnER5RUQOqe7P3V49tyUdM48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customschemas.google.com/relationships/presentationmetadata" Target="metadata"/><Relationship Id="rId25" Type="http://schemas.openxmlformats.org/officeDocument/2006/relationships/slide" Target="slides/slide19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" name="Google Shape;30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" name="Google Shape;3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2" name="Google Shape;4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7" name="Google Shape;4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dfea2c892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2" name="Google Shape;52;g3dfea2c8921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dfea2c8921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7" name="Google Shape;57;g3dfea2c8921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dfea2c8921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2" name="Google Shape;62;g3dfea2c8921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7" name="Google Shape;6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f615d11a9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2" name="Google Shape;72;g3f615d11a96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f615d11a96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7" name="Google Shape;77;g3f615d11a96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dd7873bef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7" name="Google Shape;87;g3dd7873befa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dd7873befa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2" name="Google Shape;92;g3dd7873befa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dd7873befa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7" name="Google Shape;97;g3dd7873befa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dfea2c8921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2" name="Google Shape;102;g3dfea2c8921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dfea2c8921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7" name="Google Shape;107;g3dfea2c8921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f615d11a96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2" name="Google Shape;112;g3f615d11a96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f615d11a96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7" name="Google Shape;117;g3f615d11a96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dd7873befa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2" name="Google Shape;122;g3dd7873befa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/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6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6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6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6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8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8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8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B9003C"/>
            </a:gs>
            <a:gs pos="100000">
              <a:srgbClr val="5B001D"/>
            </a:gs>
          </a:gsLst>
          <a:lin ang="5400000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5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B9003C"/>
            </a:gs>
            <a:gs pos="100000">
              <a:srgbClr val="5B001D"/>
            </a:gs>
          </a:gsLst>
          <a:lin ang="5400000" scaled="0"/>
        </a:gra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7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" name="Google Shape;19;p17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" name="Google Shape;20;p17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p17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" name="Google Shape;22;p17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"/>
          <p:cNvSpPr txBox="1"/>
          <p:nvPr>
            <p:ph type="ctrTitle"/>
          </p:nvPr>
        </p:nvSpPr>
        <p:spPr>
          <a:xfrm>
            <a:off x="685800" y="22860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b="1" lang="en-US" sz="5400" u="sng">
                <a:solidFill>
                  <a:schemeClr val="lt1"/>
                </a:solidFill>
              </a:rPr>
              <a:t>Gloryland Way</a:t>
            </a:r>
            <a:endParaRPr b="1"/>
          </a:p>
        </p:txBody>
      </p:sp>
      <p:sp>
        <p:nvSpPr>
          <p:cNvPr id="33" name="Google Shape;33;p1"/>
          <p:cNvSpPr txBox="1"/>
          <p:nvPr>
            <p:ph idx="1" type="subTitle"/>
          </p:nvPr>
        </p:nvSpPr>
        <p:spPr>
          <a:xfrm>
            <a:off x="800100" y="3934375"/>
            <a:ext cx="7543800" cy="26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1200">
              <a:solidFill>
                <a:srgbClr val="FFFFFF"/>
              </a:solidFill>
            </a:endParaRPr>
          </a:p>
          <a:p>
            <a:pPr indent="0" lvl="0" marL="0" rtl="0" algn="ctr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</a:pPr>
            <a:r>
              <a:rPr lang="en-US" sz="1800">
                <a:solidFill>
                  <a:srgbClr val="FFFFFF"/>
                </a:solidFill>
              </a:rPr>
              <a:t>Words and music by J.S. Torbett | Arr. Danny Zaloudik</a:t>
            </a:r>
            <a:endParaRPr sz="1800">
              <a:solidFill>
                <a:srgbClr val="FFFFFF"/>
              </a:solidFill>
            </a:endParaRPr>
          </a:p>
          <a:p>
            <a:pPr indent="0" lvl="0" marL="0" rtl="0" algn="ctr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100">
              <a:solidFill>
                <a:srgbClr val="FFFFFF"/>
              </a:solidFill>
            </a:endParaRPr>
          </a:p>
          <a:p>
            <a:pPr indent="0" lvl="0" marL="0" rtl="0" algn="ctr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</a:pPr>
            <a:r>
              <a:rPr lang="en-US" sz="1800">
                <a:solidFill>
                  <a:srgbClr val="FFFFFF"/>
                </a:solidFill>
              </a:rPr>
              <a:t>© 2020 Capitol CMG Paragon; Kari Jobe Carnes Music; Worship Together Music; Writer's Roof Publishing; Music by Elevation Worship Publishing  All rights reserved. Used by permission.</a:t>
            </a:r>
            <a:endParaRPr sz="1800">
              <a:solidFill>
                <a:srgbClr val="FFFFFF"/>
              </a:solidFill>
            </a:endParaRPr>
          </a:p>
          <a:p>
            <a:pPr indent="0" lvl="0" marL="0" rtl="0" algn="ctr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</a:pPr>
            <a:r>
              <a:rPr lang="en-US" sz="1800">
                <a:solidFill>
                  <a:srgbClr val="FFFFFF"/>
                </a:solidFill>
              </a:rPr>
              <a:t>CCLI # 155095</a:t>
            </a:r>
            <a:endParaRPr sz="1800">
              <a:solidFill>
                <a:srgbClr val="FFFFFF"/>
              </a:solidFill>
            </a:endParaRPr>
          </a:p>
          <a:p>
            <a:pPr indent="0" lvl="0" marL="0" rtl="0" algn="ctr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1200">
              <a:solidFill>
                <a:srgbClr val="FFFFFF"/>
              </a:solidFill>
            </a:endParaRPr>
          </a:p>
          <a:p>
            <a:pPr indent="0" lvl="0" marL="0" rtl="0" algn="ctr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1200">
              <a:solidFill>
                <a:srgbClr val="FFFFFF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4" name="Google Shape;34;p1"/>
          <p:cNvSpPr txBox="1"/>
          <p:nvPr/>
        </p:nvSpPr>
        <p:spPr>
          <a:xfrm>
            <a:off x="7848600" y="6034087"/>
            <a:ext cx="12954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The way of the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cross leads home!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"/>
          <p:cNvSpPr txBox="1"/>
          <p:nvPr>
            <p:ph type="title"/>
          </p:nvPr>
        </p:nvSpPr>
        <p:spPr>
          <a:xfrm>
            <a:off x="152400" y="274637"/>
            <a:ext cx="8839200" cy="6278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I’m in the way,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the bright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and shining way;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I’m in the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Gloryland Way!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Telling the world that Jesus saves today!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I’m in the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Gloryland Way!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dfea2c8921_0_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I’m in the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Gloryland Way,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I’m in the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Gloryland Way!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dfea2c8921_0_4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Heaven is near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and the way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groweth clearer,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for I’m in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the Gloryland Way!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dfea2c8921_0_8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Onward I go,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rejoicing in His love,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I’m in the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Gloryland Way!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Soon I shall see Him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in that home above,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I’m in the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Gloryland Way!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f615d11a96_0_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I’m in the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Gloryland Way,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I’m in the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Gloryland Way!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f615d11a96_0_4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Heaven is near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and the way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groweth clearer,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for I’m in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the Gloryland Way!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6"/>
          <p:cNvSpPr txBox="1"/>
          <p:nvPr>
            <p:ph type="title"/>
          </p:nvPr>
        </p:nvSpPr>
        <p:spPr>
          <a:xfrm>
            <a:off x="152400" y="152400"/>
            <a:ext cx="89916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Just a little while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to stay here,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just a little while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to wait.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dd7873befa_0_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Just a little while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to labor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in the path that’s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always straight!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dd7873befa_0_4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Just a few more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trials and troubles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in this meek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and lowly state;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dd7873befa_0_8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Then we’ll enter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heaven’s portals,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sweeping through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the pearly gates!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dfea2c8921_0_1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The way of the cross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leads home,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the way of the cross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leads home,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dfea2c8921_0_16"/>
          <p:cNvSpPr txBox="1"/>
          <p:nvPr>
            <p:ph type="title"/>
          </p:nvPr>
        </p:nvSpPr>
        <p:spPr>
          <a:xfrm>
            <a:off x="152400" y="152400"/>
            <a:ext cx="89916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it is sweet to know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as I onward go,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the way of the cross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leads home!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f615d11a96_0_8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I’m in the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Gloryland Way,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I’m in the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Gloryland Way!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f615d11a96_0_12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Heaven is near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and the way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groweth clearer,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for I’m in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the Gloryland Way!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dd7873befa_0_1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I’m in the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Gloryland Way!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I’m in the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Gloryland Way!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6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