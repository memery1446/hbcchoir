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Fjalla One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font" Target="fonts/Fjalla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47501f7dc4b2a1e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h47501f7dc4b2a1e2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2befffcd988cd84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h2befffcd988cd846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47501f7dc4b2a1e2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h47501f7dc4b2a1e2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7ce93620b757339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h7ce93620b7573394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7ce93620b757339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h7ce93620b7573394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2befffcd988cd84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h2befffcd988cd846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47501f7dc4b2a1e2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h47501f7dc4b2a1e2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7ce93620b757339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h7ce93620b7573394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7ce93620b757339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h7ce93620b7573394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7ce93620b7573394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h7ce93620b7573394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7ce93620b7573394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h7ce93620b7573394_1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2befffcd988cd84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h2befffcd988cd846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3754cd99a291c1d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h3754cd99a291c1d0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7ce93620b7573394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h7ce93620b7573394_1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7ce93620b7573394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h7ce93620b7573394_1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7ce93620b7573394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h7ce93620b7573394_1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7ce93620b7573394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h7ce93620b7573394_1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7ce93620b7573394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h7ce93620b7573394_1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7ce93620b7573394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h7ce93620b7573394_1_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886350"/>
            <a:ext cx="8697900" cy="337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HOUSE OF THE LORD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Jonathan Smith | Phil Wickham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2020 Be Essential Songs; Cashagamble Jet Music; 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Phil Wickham Music; Simply Global Songs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All rights reserved. CCLI # 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worship the God who was,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worship the God who is,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worship the God who evermore will be.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opened the prison doors,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parted the raging sea.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God, He holds the victory, yeah!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There’s joy in the house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Lord,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there’s joy in the house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Lord today.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we won’t be quiet.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shout out Your praise!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There’s joy in the house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Lord,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there’s joy in the house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Lord today.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we won’t be quiet.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shout out Your praise!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oh, oh!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shout out Your praise!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sing to the God who heals,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sing to the God who saves.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sing to the God who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always makes a way.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'Cause He hung up on that cross,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then He rose up from that grave,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God’s still rolling stones away.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There’s joy in the house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Lord,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there’s joy in the house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Lord today.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we won’t be quiet.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shout out Your praise!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oh, oh!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shout out Your praise!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There’s joy in the house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Lord,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there’s joy in the house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Lord today.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we won’t be quiet.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shout out Your praise!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oh, oh!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shout out Your praise!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were the beggars.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 we’re royalty.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were the prisoners.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 we’re running free.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are forgiven, accepted,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redeemed by His grace.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the house of the Lord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sing praise!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were the beggars.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 we’re royalty.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were the prisoners.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 we’re running free.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are forgiven, accepted,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redeemed by His grace.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the house of the Lord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sing praise!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There’s joy in the house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Lord,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there’s joy in the house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Lord today.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we won’t be quiet.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shout out Your praise!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oh, oh!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shout out Your praise!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There’s joy in the house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Lord,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there’s joy in the house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Lord today.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we won’t be quiet.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shout out Your praise!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oh, oh!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shout out Your praise!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