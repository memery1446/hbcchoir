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l/tw28BQXnu/QVVDjW7iwSKEC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0f23a78c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80f23a78c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80f23a78c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80f23a78c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0f23a78c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80f23a78c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0f23a78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80f23a78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0f23a78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0f23a78c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0f23a78c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80f23a78c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0f23a78c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80f23a78c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0f23a78c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80f23a78c2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0f23a78c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80f23a78c2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0f23a78c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80f23a78c2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0f23a78c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80f23a78c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0f23a78c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80f23a78c2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0f23a78c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80f23a78c2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0f23a78c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80f23a78c2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0f23a78c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0f23a78c2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0f23a78c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80f23a78c2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0f23a78c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80f23a78c2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0f23a78c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80f23a78c2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0f23a78c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80f23a78c2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0f23a78c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80f23a78c2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Indescribable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Laura Story and Jesse Reeves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Laura Story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2004 worshiptogether.com Songs (ASCAP)/sixsteps Music (ASCAP)/Gleaning Publishing (ASCAP) (admin. by EMI Christian Music Publishing) All rights reserved. Used by permission.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the highest of heights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the depths of the sea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80f23a78c2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Creation’s revealing Your majesty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the colors of fall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the fragrance of spring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0f23a78c2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Ev’ry creature unique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song that it sings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exclaiming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Indescribable, uncontainable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0f23a78c2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placed the stars in the sky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You know them by name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0f23a78c2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amazing God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powerful,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untamable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0f23a78c2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Awestruck, we fall to our knees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as we humbly proclaim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0f23a78c2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amazing God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has told ev’ry lightning bolt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where it should go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0f23a78c2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Or seen heavenly storehouses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laden with snow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imagined the sun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gives source to its light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0f23a78c2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Yet conceals it to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bring us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coolness of night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None can fathom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f23a78c2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Indescribable, uncontainable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0f23a78c2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placed the stars in the sky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You know them by name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0f23a78c2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amazing God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0f23a78c2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powerful,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untamable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0f23a78c2_0_4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Awestruck, we fall to our knees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as we humbly proclaim</a:t>
            </a:r>
            <a:endParaRPr b="1" sz="5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0f23a78c2_0_5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amazing God</a:t>
            </a:r>
            <a:endParaRPr b="1" sz="5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0f23a78c2_0_5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Indescribable, uncontainable</a:t>
            </a:r>
            <a:endParaRPr b="1" sz="5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0f23a78c2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placed the stars in the sky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You know them by name</a:t>
            </a:r>
            <a:endParaRPr b="1" sz="5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0f23a78c2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amazing God</a:t>
            </a:r>
            <a:endParaRPr b="1" sz="5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0f23a78c2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powerful,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untamable</a:t>
            </a:r>
            <a:endParaRPr b="1" sz="5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0f23a78c2_0_7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Awestruck, we fall to our knees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as we humbly proclaim</a:t>
            </a:r>
            <a:endParaRPr b="1" sz="5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0f23a78c2_0_7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amazing God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