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Fjalla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FjallaOn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7501f7dc4b2a1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h47501f7dc4b2a1e2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befffcd988cd8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h2befffcd988cd84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47501f7dc4b2a1e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h47501f7dc4b2a1e2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efffcd988cd84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h2befffcd988cd84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7501f7dc4b2a1e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47501f7dc4b2a1e2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befffcd988cd84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2befffcd988cd84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754cd99a291c1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3754cd99a291c1d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754cd99a291c1d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3754cd99a291c1d0_1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3754cd99a291c1d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h3754cd99a291c1d0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7bf98b7fe57b6f2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h7bf98b7fe57b6f2e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7501f7dc4b2a1e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h47501f7dc4b2a1e2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593850"/>
            <a:ext cx="8697900" cy="395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JOYFUL, JOYFUL,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WE ADORE THEE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by Henry Van Dyke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 by Ludwig Van Beethoven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Joyful, joyful we adore Thee,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God of glory, Lord of love.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Hearts unfold like flowers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Thee,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opening to the sun above.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Melt the clouds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sin and sadness,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drive the dark of doubt away.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Giver of immortal gladness,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Fill us with the light of day!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Thy works with joy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surround Thee,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Earth and heav’n reflect Thy rays.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Stars and angels sing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around Thee,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center of unbroken praise.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Field and forest,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 and mountain,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flow’ry meadow, flashing sea,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Singing bird and flowing fountain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call us to rejoice in Thee.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art giving and forgiving,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 blessing, ever blest.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Wellspring of the joy of living,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ocean depth of happy rest!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our Father,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our Brother,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who live in love are Thine.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Teach us how to love each other,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lift us to the joy divine!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