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y="5143500" cx="9144000"/>
  <p:notesSz cx="6858000" cy="9144000"/>
  <p:embeddedFontLst>
    <p:embeddedFont>
      <p:font typeface="Fjalla One"/>
      <p:regular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FjallaOne-regular.fntdata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f6265f74f4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g3f6265f74f4_0_109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f6265f74f4_0_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1" name="Google Shape;161;g3f6265f74f4_0_21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f6265f74f4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6" name="Google Shape;166;g3f6265f74f4_0_21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6265f74f4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1" name="Google Shape;171;g3f6265f74f4_0_22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f6265f74f4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6" name="Google Shape;176;g3f6265f74f4_0_22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f6265f74f4_0_2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1" name="Google Shape;181;g3f6265f74f4_0_22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6265f74f4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6" name="Google Shape;186;g3f6265f74f4_0_23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f6265f74f4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1" name="Google Shape;191;g3f6265f74f4_0_24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f6265f74f4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6" name="Google Shape;196;g3f6265f74f4_0_24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6265f74f4_0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1" name="Google Shape;201;g3f6265f74f4_0_24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f6265f74f4_0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6" name="Google Shape;206;g3f6265f74f4_0_25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f6265f74f4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g3f6265f74f4_0_25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f6265f74f4_0_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6" name="Google Shape;216;g3f6265f74f4_0_26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f6265f74f4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1" name="Google Shape;221;g3f6265f74f4_0_264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f6265f74f4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g3f6265f74f4_0_268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f6265f74f4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1" name="Google Shape;231;g3f6265f74f4_0_272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f6265f74f4_0_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6" name="Google Shape;236;g3f6265f74f4_0_276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f6265f74f4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1" name="Google Shape;241;g3f6265f74f4_0_280:notes"/>
          <p:cNvSpPr/>
          <p:nvPr>
            <p:ph idx="2" type="sldImg"/>
          </p:nvPr>
        </p:nvSpPr>
        <p:spPr>
          <a:xfrm>
            <a:off x="381175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9"/>
            <a:ext cx="6858000" cy="124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 type="tx">
  <p:cSld name="TITLE_AND_BOD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623888" y="1282303"/>
            <a:ext cx="78867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623888" y="3442097"/>
            <a:ext cx="78867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6286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29150" y="1369219"/>
            <a:ext cx="388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629841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629841" y="1260872"/>
            <a:ext cx="38685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629841" y="1878806"/>
            <a:ext cx="38685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29150" y="1260872"/>
            <a:ext cx="3887400" cy="6180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29150" y="1878806"/>
            <a:ext cx="3887400" cy="27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9" name="Google Shape;99;p20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1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2" name="Google Shape;102;p21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3" name="Google Shape;103;p21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2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6" name="Google Shape;106;p22"/>
          <p:cNvSpPr txBox="1"/>
          <p:nvPr>
            <p:ph idx="1" type="body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7" name="Google Shape;107;p22"/>
          <p:cNvSpPr txBox="1"/>
          <p:nvPr>
            <p:ph idx="2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22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9" name="Google Shape;109;p22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0" name="Google Shape;110;p22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629841" y="342900"/>
            <a:ext cx="2949000" cy="12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3" name="Google Shape;113;p23"/>
          <p:cNvSpPr/>
          <p:nvPr>
            <p:ph idx="2" type="pic"/>
          </p:nvPr>
        </p:nvSpPr>
        <p:spPr>
          <a:xfrm>
            <a:off x="3887391" y="740569"/>
            <a:ext cx="4629300" cy="3655200"/>
          </a:xfrm>
          <a:prstGeom prst="rect">
            <a:avLst/>
          </a:prstGeom>
          <a:noFill/>
          <a:ln>
            <a:noFill/>
          </a:ln>
        </p:spPr>
      </p:sp>
      <p:sp>
        <p:nvSpPr>
          <p:cNvPr id="114" name="Google Shape;114;p23"/>
          <p:cNvSpPr txBox="1"/>
          <p:nvPr>
            <p:ph idx="1" type="body"/>
          </p:nvPr>
        </p:nvSpPr>
        <p:spPr>
          <a:xfrm>
            <a:off x="629841" y="1543050"/>
            <a:ext cx="2949000" cy="28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5" name="Google Shape;115;p2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0" name="Google Shape;120;p24"/>
          <p:cNvSpPr txBox="1"/>
          <p:nvPr>
            <p:ph idx="1" type="body"/>
          </p:nvPr>
        </p:nvSpPr>
        <p:spPr>
          <a:xfrm rot="5400000">
            <a:off x="2940300" y="-942431"/>
            <a:ext cx="32634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/>
          <p:nvPr>
            <p:ph type="title"/>
          </p:nvPr>
        </p:nvSpPr>
        <p:spPr>
          <a:xfrm rot="5400000">
            <a:off x="5350050" y="1467544"/>
            <a:ext cx="43590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6" name="Google Shape;126;p25"/>
          <p:cNvSpPr txBox="1"/>
          <p:nvPr>
            <p:ph idx="1" type="body"/>
          </p:nvPr>
        </p:nvSpPr>
        <p:spPr>
          <a:xfrm rot="5400000">
            <a:off x="1349475" y="-447056"/>
            <a:ext cx="43590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7" name="Google Shape;127;p25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8" name="Google Shape;128;p25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9" name="Google Shape;129;p25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">
  <p:cSld name="TITLE_AND_BODY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2" name="Google Shape;13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>
              <a:spcBef>
                <a:spcPts val="800"/>
              </a:spcBef>
              <a:spcAft>
                <a:spcPts val="0"/>
              </a:spcAft>
              <a:buSzPts val="2100"/>
              <a:buChar char="•"/>
              <a:defRPr/>
            </a:lvl1pPr>
            <a:lvl2pPr indent="-342900" lvl="1" marL="914400"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2pPr>
            <a:lvl3pPr indent="-323850" lvl="2" marL="1371600">
              <a:spcBef>
                <a:spcPts val="400"/>
              </a:spcBef>
              <a:spcAft>
                <a:spcPts val="0"/>
              </a:spcAft>
              <a:buSzPts val="1500"/>
              <a:buChar char="•"/>
              <a:defRPr/>
            </a:lvl3pPr>
            <a:lvl4pPr indent="-317500" lvl="3" marL="1828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4pPr>
            <a:lvl5pPr indent="-317500" lvl="4" marL="22860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5pPr>
            <a:lvl6pPr indent="-317500" lvl="5" marL="27432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6pPr>
            <a:lvl7pPr indent="-317500" lvl="6" marL="32004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7pPr>
            <a:lvl8pPr indent="-317500" lvl="7" marL="36576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8pPr>
            <a:lvl9pPr indent="-317500" lvl="8" marL="4114800">
              <a:spcBef>
                <a:spcPts val="400"/>
              </a:spcBef>
              <a:spcAft>
                <a:spcPts val="0"/>
              </a:spcAft>
              <a:buSzPts val="1400"/>
              <a:buChar char="•"/>
              <a:defRPr/>
            </a:lvl9pPr>
          </a:lstStyle>
          <a:p/>
        </p:txBody>
      </p:sp>
      <p:sp>
        <p:nvSpPr>
          <p:cNvPr id="133" name="Google Shape;13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34275" lIns="68575" spcFirstLastPara="1" rIns="68575" wrap="square" tIns="3427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3">
  <p:cSld name="TITLE_AND_BODY_4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6" name="Google Shape;136;p27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7" name="Google Shape;137;p27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38" name="Google Shape;138;p27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1">
  <p:cSld name="TITLE_AND_BODY_2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1" name="Google Shape;141;p28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2" name="Google Shape;142;p28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3" name="Google Shape;143;p28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 2">
  <p:cSld name="TITLE_AND_BODY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6" name="Google Shape;146;p29"/>
          <p:cNvSpPr txBox="1"/>
          <p:nvPr>
            <p:ph idx="1" type="body"/>
          </p:nvPr>
        </p:nvSpPr>
        <p:spPr>
          <a:xfrm>
            <a:off x="452438" y="842236"/>
            <a:ext cx="8239200" cy="350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34275" spcFirstLastPara="1" rIns="342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b="1" sz="21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7" name="Google Shape;147;p29"/>
          <p:cNvSpPr txBox="1"/>
          <p:nvPr>
            <p:ph idx="2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48" name="Google Shape;148;p29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 sz="9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18" Type="http://schemas.openxmlformats.org/officeDocument/2006/relationships/theme" Target="../theme/theme1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7500" lvl="4" marL="22860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7500" lvl="5" marL="27432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7500" lvl="6" marL="32004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7500" lvl="7" marL="36576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7500" lvl="8" marL="4114800" marR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  <p:sldLayoutId id="2147483670" r:id="rId13"/>
    <p:sldLayoutId id="2147483671" r:id="rId14"/>
    <p:sldLayoutId id="2147483672" r:id="rId15"/>
    <p:sldLayoutId id="2147483673" r:id="rId16"/>
    <p:sldLayoutId id="214748367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0"/>
          <p:cNvSpPr txBox="1"/>
          <p:nvPr/>
        </p:nvSpPr>
        <p:spPr>
          <a:xfrm>
            <a:off x="223050" y="909450"/>
            <a:ext cx="8697900" cy="36327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Arial"/>
              <a:buNone/>
            </a:pP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JUST A LITTLE TALK</a:t>
            </a:r>
            <a:b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</a:br>
            <a:r>
              <a:rPr b="1" lang="en" sz="5900" u="sng">
                <a:solidFill>
                  <a:srgbClr val="FFFFFF"/>
                </a:solidFill>
                <a:latin typeface="Fjalla One"/>
                <a:ea typeface="Fjalla One"/>
                <a:cs typeface="Fjalla One"/>
                <a:sym typeface="Fjalla One"/>
              </a:rPr>
              <a:t>WITH JESUS</a:t>
            </a:r>
            <a:endParaRPr b="1" sz="5900" u="sng">
              <a:solidFill>
                <a:srgbClr val="FFFFFF"/>
              </a:solidFill>
              <a:latin typeface="Fjalla One"/>
              <a:ea typeface="Fjalla One"/>
              <a:cs typeface="Fjalla One"/>
              <a:sym typeface="Fjalla On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3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Words and Music by </a:t>
            </a:r>
            <a:r>
              <a:rPr lang="e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Cleavant Derricks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36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© 1937. Renewed 1965 The Derricks Legacy. </a:t>
            </a:r>
            <a:r>
              <a:rPr lang="en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Used by permission. CCLI # 155095</a:t>
            </a: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once was lost in sin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Jesus took me in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then a little light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from heaven filled my soul.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2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It bathed my heart in love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wrote my name above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just a little talk with Jesus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made me whole.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3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let us have a little talk with Jesus,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us tell Him all about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troubles.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/>
        </p:nvSpPr>
        <p:spPr>
          <a:xfrm>
            <a:off x="223050" y="1602450"/>
            <a:ext cx="8697900" cy="193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will hear our faintest cry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He will answer by and by.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5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when you feel a little pray'r wheel turning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you know a little fire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burning,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will find a little talk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Jesus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makes it right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(it makes it right)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Sometimes my path seems drear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without a ray of cheer,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then a cloud of doubt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may hide the light of day.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8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The mists of sin may rise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hide the starry skies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just a little talk with Jesus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clears the way.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9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let us have a little talk with Jesus,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us tell Him all about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troubles.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0"/>
          <p:cNvSpPr txBox="1"/>
          <p:nvPr/>
        </p:nvSpPr>
        <p:spPr>
          <a:xfrm>
            <a:off x="223050" y="1602450"/>
            <a:ext cx="8697900" cy="193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will hear our faintest cry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He will answer by and by.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41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when you feel a little pray'r wheel turning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you know a little fire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burning,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2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will find a little talk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Jesus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makes it right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(it makes it right)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 txBox="1"/>
          <p:nvPr/>
        </p:nvSpPr>
        <p:spPr>
          <a:xfrm>
            <a:off x="223050" y="801300"/>
            <a:ext cx="8697900" cy="35409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may have doubts and fears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my eyes be filled with tears,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but Jesus is a friend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9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who watches day and night.</a:t>
            </a:r>
            <a:endParaRPr b="1" sz="4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 go to Him in prayer,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knows my ev'ry care,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just a little talk with Jesus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makes it right.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5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let us have a little talk with Jesus,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let us tell Him all about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our troubles.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/>
        </p:nvSpPr>
        <p:spPr>
          <a:xfrm>
            <a:off x="223050" y="1602450"/>
            <a:ext cx="8697900" cy="1938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 will hear our faintest cry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He will answer by and by.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47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Now when you feel a little pray'r wheel turning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and you know a little fire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is burning,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8"/>
          <p:cNvSpPr txBox="1"/>
          <p:nvPr/>
        </p:nvSpPr>
        <p:spPr>
          <a:xfrm>
            <a:off x="223050" y="664200"/>
            <a:ext cx="8697900" cy="38151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You will find a little talk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with Jesus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makes it right 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(it makes it right)</a:t>
            </a:r>
            <a:r>
              <a:rPr b="1" lang="en" sz="5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1" sz="53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