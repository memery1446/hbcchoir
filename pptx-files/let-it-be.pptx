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Fjalla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font" Target="fonts/Fjalla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c7b75876c20076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1c7b75876c200767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1c7b75876c20076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1c7b75876c200767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593850"/>
            <a:ext cx="8697900" cy="395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TAKE MY LIFE AND LET IT BE</a:t>
            </a:r>
            <a:b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</a:b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CONSECRATED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Frances R. Havergal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 by Henri A.C. Malan; harm. Lowell Mason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3942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life and let it be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consecrated, Lord to Thee;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hands and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them move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*at the impulse of Thy love.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feet and let them be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swift and beautiful for Thee;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voice and let me sing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*always, only, for my King.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3942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silver and my gold,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a mite would I withhold.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moments and my days,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*let them flow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ceaseless praise.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will and make it Thine.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shall be no longer mine.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heart, it is Thine own.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*It shall be Thy royal throne.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