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hoZJs0u3g4G15BJWOgJPro82KH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82240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3822401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822401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3822401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3822401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3822401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822401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3822401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822401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3822401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822401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3822401b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822401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3822401b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3822401b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3822401b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822401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3822401b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3822401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3822401b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3822401b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3822401b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3822401b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3822401b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3822401b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3822401b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822401b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3822401b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822401b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3822401b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3822401b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3822401b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822401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3822401b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3822401b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3822401b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822401b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3822401b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71509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I Know a Name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Brandon Lake | Hank Bentley | Jacob Sooter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2025 Brandon Lake Music; Capitol CMG Paragon; Songs By That Dog Will Hunt; Just When Publishing; Music by Elevation Worship Publishing; So Essential Tunes.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can silence roaring waves.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can empty out a grave.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the only Name that saves,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it’s worthy of all praise.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have a King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dominion over death.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holds the keys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His holy nail-scarred hands.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the heel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has crushed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serpent’s head,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resurrected Great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822401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822401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822401b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822401b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28600" y="288925"/>
            <a:ext cx="86868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</a:t>
            </a:r>
            <a:r>
              <a:rPr b="1" lang="en-US" sz="5900">
                <a:solidFill>
                  <a:schemeClr val="lt1"/>
                </a:solidFill>
              </a:rPr>
              <a:t>hains break,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dry bones wake.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3822401b4_0_1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lang="en-US" sz="5900">
                <a:solidFill>
                  <a:schemeClr val="lt1"/>
                </a:solidFill>
              </a:rPr>
              <a:t>he gates of Hell shake.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822401b4_0_20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</a:t>
            </a:r>
            <a:r>
              <a:rPr b="1" lang="en-US" sz="5900">
                <a:solidFill>
                  <a:schemeClr val="lt1"/>
                </a:solidFill>
              </a:rPr>
              <a:t>hains break,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dry bones wake.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3822401b4_0_24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lang="en-US" sz="5900">
                <a:solidFill>
                  <a:schemeClr val="lt1"/>
                </a:solidFill>
              </a:rPr>
              <a:t>he gates of Hell shake.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822401b4_0_28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22401b4_0_3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3822401b4_0_3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822401b4_0_40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3822401b4_0_5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822401b4_0_48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3822401b4_0_44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822401b4_0_5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(I call You)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3822401b4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</a:t>
            </a:r>
            <a:r>
              <a:rPr b="1" lang="en-US" sz="5900">
                <a:solidFill>
                  <a:schemeClr val="lt1"/>
                </a:solidFill>
              </a:rPr>
              <a:t>I call You)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3822401b4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3822401b4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822401b4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 time I call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