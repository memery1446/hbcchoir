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jh4oSECGKsymByNkHN/QHolT/9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adec0b0a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g3adec0b0af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adec0b0af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g3adec0b0afc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adec0b0af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g3adec0b0afc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adec0b0af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g3adec0b0afc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dec0b0af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g3adec0b0afc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adec0b0af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g3adec0b0afc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dec0b0af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g3adec0b0afc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dec0b0af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g3adec0b0afc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dec0b0af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g3adec0b0afc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8806eb2c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g3c8806eb2c5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8806eb2c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c8806eb2c5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8806eb2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c8806eb2c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8806eb2c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c8806eb2c5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8806eb2c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c8806eb2c5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8806eb2c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c8806eb2c5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8806eb2c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c8806eb2c5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8806eb2c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c8806eb2c5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dec0b0af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3adec0b0afc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85002B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 u="sng">
                <a:solidFill>
                  <a:schemeClr val="lt1"/>
                </a:solidFill>
              </a:rPr>
              <a:t>O Come to the Altar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00100" y="4114800"/>
            <a:ext cx="75438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Words and music by Chris Brown | Mack Brock | Steven Furtick | 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Wade Joye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2015 Music by Elevation Worship Publishing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For use solely with the SongSelect® Terms of Use. All rights reserved. 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CCLI License # 155095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34087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Are you hurting and broken within,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overwhelmed by the weight of your sin?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Jesus is calling.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adec0b0afc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Have you come to the end of yourself?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Do you thirst for a drink from the well?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Jesus is calling.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adec0b0afc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 come to the altar.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Father's arms are open wide.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adec0b0afc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Forgiveness was bought with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precious blood of Jesus Christ.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adec0b0afc_0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Leave behind your regrets and mistakes.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 today, there's no reason to wait.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Jesus is calling.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dec0b0afc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Bring your sorrows and trade them for joy.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From the ashes a new life is born.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Jesus is calling.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dec0b0afc_0_2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 come to the altar.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Father's arms are open wide.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dec0b0afc_0_2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Forgiveness was bought with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precious blood of Jesus Christ.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dec0b0afc_0_3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 come to the altar.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Father's arms are open wide.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dec0b0afc_0_4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Forgiveness was bought with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precious blood of Jesus Christ.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8806eb2c5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 what a Savior.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Isn't he wonderful?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Sing alleluia,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Christ is risen.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8806eb2c5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Bow down before him,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for he is Lord of all;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sing alleluia,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Christ is risen.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8806eb2c5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 what a Savior.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Isn't he wonderful?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Sing alleluia,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Christ is risen.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8806eb2c5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Bow down before him,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for he is Lord of all;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sing alleluia,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Christ is risen.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8806eb2c5_0_2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 come to the altar.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Father's arms are open wide.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8806eb2c5_0_2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Forgiveness was bought with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precious blood of Jesus Christ.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8806eb2c5_0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 come to the altar.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Father's arms are open wide.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8806eb2c5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Forgiveness was bought with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precious blood of Jesus Christ.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dec0b0afc_0_4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Bear your cross as you wait for the crown.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Tell the world of the treasure you've found.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