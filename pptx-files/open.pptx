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Fjalla On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FjallaOn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cab4171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cab41710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befffcd988cd8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h2befffcd988cd84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befffcd988cd84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h2befffcd988cd846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befffcd988cd84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h2befffcd988cd846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2befffcd988cd84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h2befffcd988cd846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2befffcd988cd84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h2befffcd988cd846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2befffcd988cd846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h2befffcd988cd846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2befffcd988cd84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h2befffcd988cd846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2befffcd988cd846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h2befffcd988cd846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724650"/>
            <a:ext cx="8697900" cy="369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OPEN THE EYES OF MY HEART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Paul Baloche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1997 Integrity’s Hosanna! Music (ASCAPP) 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(c/o Integrity Media, Inc., 1000 Cody Road, Mobile, AL 36695).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 eyes of my heart, Lord.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 eyes of my heart.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want to see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want to see you!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see You high and lifted up,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shining in the light of your glory.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Pour out Your power and love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we sing, “Holy! Holy! Holy!”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 eyes of my heart, Lord.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 eyes of my heart.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want to see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want to see you!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see You high and lifted up,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shining in the light of your glory.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Pour out Your power and love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we sing, “Holy! Holy! Holy!”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(Holy! Holy! Holy!)</a:t>
            </a:r>
            <a:endParaRPr i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 eyes of my heart, Lord.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(Holy! Holy! Holy!)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 eyes of my heart.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(Holy! Holy! Holy!)</a:t>
            </a:r>
            <a:endParaRPr i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want to see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want to see you!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(Holy! Holy! Holy!)</a:t>
            </a:r>
            <a:endParaRPr i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 eyes of my heart, Lord.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(Holy! Holy! Holy!)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 eyes of my heart.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(Holy! Holy! Holy!)</a:t>
            </a:r>
            <a:endParaRPr i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want to see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want to see you!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(Holy! Holy! Holy!)</a:t>
            </a:r>
            <a:endParaRPr i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 eyes of my heart, Lord.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(Holy! Holy! Holy!)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 eyes of my heart.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(Holy! Holy! Holy!)</a:t>
            </a:r>
            <a:endParaRPr i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want to see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want to see you!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