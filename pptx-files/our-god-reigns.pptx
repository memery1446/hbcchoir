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wx4hTlf4n5b7KcdbIsfTm0X/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7050a0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7050a07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7050a075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7050a075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7050a075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7050a075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050a075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7050a075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79c61f7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79c61f7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94e404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494e404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494e404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494e404b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94e404b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494e404b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94e404b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d494e404b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494e404b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d494e404b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f60e511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f60e511f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60e511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9f60e511f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f60e511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9f60e511f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60e511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9f60e511f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60e511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f60e511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7050a07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7050a075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7050a07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7050a075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79c61f7e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79c61f7e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79c61f7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779c61f7e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0384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900" u="sng">
                <a:solidFill>
                  <a:schemeClr val="lt1"/>
                </a:solidFill>
              </a:rPr>
              <a:t>Our God Reigns</a:t>
            </a:r>
            <a:endParaRPr b="1" sz="59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085049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Leonard E. Smith, Jr.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1974, 1978 by L.E. Smith, Jr./New Jerusalem Music.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lovely on the mountains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are the feet of him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050a075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brings good news, good news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Announcing peace,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proclaiming news of happiness.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050a0753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</a:t>
            </a:r>
            <a:r>
              <a:rPr b="1" lang="en-US" sz="5900">
                <a:solidFill>
                  <a:schemeClr val="lt1"/>
                </a:solidFill>
              </a:rPr>
              <a:t>;</a:t>
            </a:r>
            <a:r>
              <a:rPr b="1" i="0" lang="en-US" sz="5900" u="none">
                <a:solidFill>
                  <a:schemeClr val="lt1"/>
                </a:solidFill>
              </a:rPr>
              <a:t>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7050a0753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had no stately form;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had no majesty,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we should be drawn to Him.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was despised,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we took no account of Him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050a0753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Yet now He reigns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Most High.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79c61f7ee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94e404b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was our sin and guilt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bruised and wounded him.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494e404be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was our sin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brought him down.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94e404be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like sheep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had gone </a:t>
            </a:r>
            <a:r>
              <a:rPr b="1" lang="en-US" sz="5900">
                <a:solidFill>
                  <a:schemeClr val="lt1"/>
                </a:solidFill>
              </a:rPr>
              <a:t>astray,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shepherd came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94e404be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on his shoulders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bore our shame!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94e404be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Meek as a lamb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that’s led out to the slaughterhouse,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60e511fa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Still as a sheep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before its shearer,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60e511fa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life ran down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upon the ground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like pouring rain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f60e511fa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we might be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born again!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f60e511fa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60e511f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Out of the tomb He came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with grace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majesty</a:t>
            </a:r>
            <a:r>
              <a:rPr b="1" lang="en-US" sz="5900">
                <a:solidFill>
                  <a:schemeClr val="lt1"/>
                </a:solidFill>
              </a:rPr>
              <a:t>;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7050a0753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r>
              <a:rPr b="1" i="0" lang="en-US" sz="5900" u="none">
                <a:solidFill>
                  <a:schemeClr val="lt1"/>
                </a:solidFill>
              </a:rPr>
              <a:t>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alive!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God loves us so-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see here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His hands,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feet, His side.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7050a0753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Yes, we know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is alive!</a:t>
            </a:r>
            <a:endParaRPr b="1" sz="5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79c61f7e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79c61f7ee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Our God reigns!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