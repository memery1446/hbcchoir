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Fjalla One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font" Target="fonts/FjallaOne-regular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4f5299b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4f5299b3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4f5299b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b4f5299b3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4f5299b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b4f5299b3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4f5299b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b4f5299b3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1209600"/>
            <a:ext cx="8697900" cy="27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I’VE GOT PEACE LIKE A RIVER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Music: Spiritual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peace like a river,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peace like a river,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peace like a river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my soul!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love like an ocean,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love like an ocean,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love like an ocean,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my soul!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joy like a fountain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joy like a fountain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joy like a fountain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my soul!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peace, love, and joy like a river,</a:t>
            </a:r>
            <a:endParaRPr b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peace, love, and joy like a river,</a:t>
            </a:r>
            <a:endParaRPr b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peace, love, and joy like a river,</a:t>
            </a:r>
            <a:endParaRPr b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my soul!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peace, love, and joy like a river,</a:t>
            </a:r>
            <a:endParaRPr b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peace, love, and joy like a river,</a:t>
            </a:r>
            <a:endParaRPr b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got peace like a river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my soul!</a:t>
            </a:r>
            <a:endParaRPr i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