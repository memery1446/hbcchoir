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2HLXtsgai9jO/gba3yD4zH0yL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85002B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Power of the Cross (Oh, to See the Dawn)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00100" y="4343400"/>
            <a:ext cx="7543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Keith Getty and Stuart Townend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2005 Thankyou Music (PRS) (admin. worldwide by EMI CMG Publishing excluding Europe which is admin. by kingswaysongs.com). 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960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Oh, to see the dawn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the darkest day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Christ on the road to Calvary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Tried by sinful men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torn and beaten, then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Nailed to a cross of wood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the power of the cross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Christ became sin for 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Took the blame, bore the wrath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stand forgiven at the cross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0" i="0" lang="en-US" sz="43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Oh, to see the pain</a:t>
            </a:r>
            <a:br>
              <a:rPr b="0" i="0" lang="en-US" sz="43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3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written on Your face</a:t>
            </a:r>
            <a:br>
              <a:rPr b="0" i="0" lang="en-US" sz="43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3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Bearing the awesome weight of sin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Ev’ry bitter tho’t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ev’ry evil deed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Crowning Your blood-stained brow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the power of the cross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Christ became sin for 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Took the blame, bore the wrath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stand forgiven at the cross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Now the daylight flees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now the ground beneath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Quakes as its Maker bows His head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Curtain torn in two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dead are raised to life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Finished! the vict’ry cry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the power of the cross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Christ became sin for 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Took the blame, bore the wrath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stand forgiven at the cross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Oh, to see my name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written in the wounds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thro’ Your suff’ring I am free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Death is crushed to death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life is mine to live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Won thro’ Your selfless love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the power of the cross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Son of God slain for 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a love, what a cost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stand forgiven at the cross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