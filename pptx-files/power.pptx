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Fjalla One"/>
      <p:regular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FjallaOne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26ae1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26ae1f47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bcab41710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" name="Google Shape;62;g3fbcab41710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cab4171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7" name="Google Shape;67;g3fbcab41710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be89058e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2" name="Google Shape;72;g3fbe89058e1_1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be89058e1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fbe89058e1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cab41710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fbcab41710_1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cab41710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fbcab41710_1_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e842a189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fbe842a189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be842a189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g3fbe842a189_1_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be842a189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fbe842a189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be842a189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g3fbe842a189_1_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be842a189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fbe842a189_1_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be89058e1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g3fbe89058e1_1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e89058e1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fbe89058e1_1_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23050" y="563100"/>
            <a:ext cx="8697900" cy="4017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POWER MEDLEY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by Elvina M. Hall and John T. Grape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by Lewis E. Jones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by Elisha A. Hoffman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1992 Broadman Press (SESAC) in </a:t>
            </a:r>
            <a:r>
              <a:rPr i="1"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Resurrection Praise.</a:t>
            </a:r>
            <a:endParaRPr i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rights reserved. Used by permission.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CCLI # 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 paid it all, 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to Him I owe;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 had left a crimson stain,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washed it white as snow.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Men: </a:t>
            </a: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hear the Savior say,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“Thy strength indeed is small,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child of weakness, watch and pray,</a:t>
            </a:r>
            <a:endParaRPr b="1" sz="4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 in Me thine all in all.”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trust in God,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Savior,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One who will never fail.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will never fail.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4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4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 paid it all, all to Him I owe;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 had left a crimson stain,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washed it white as snow.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washed it white as snow.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Would you be free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the burden of sin?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There’s pow’r in the blood,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pow’r in the blood;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Would you o’er evil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victory win?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There’s wonderful po’wr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blood.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There is pow’r </a:t>
            </a:r>
            <a:r>
              <a:rPr i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(there is pow’r)</a:t>
            </a: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wonderworking pow’r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blood </a:t>
            </a:r>
            <a:r>
              <a:rPr i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(in the blood)</a:t>
            </a:r>
            <a:endParaRPr i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Lamb </a:t>
            </a:r>
            <a:r>
              <a:rPr i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(of the Lamb)</a:t>
            </a: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i="1" lang="en" sz="3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(sing 2x)</a:t>
            </a:r>
            <a:endParaRPr i="1" sz="3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Have you been to Jesus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 the cleansing pow’r?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 you washed in the blood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Lamb?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 you fully trusting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His grace this hour?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 you washed in the blood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Lamb?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 you washed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blood,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cleansing blood 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Lamb?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 your garments spotless?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 they white as snow?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 you washed in the blood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Lamb?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 you washed in the blood,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the soul-cleansing blood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5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Lamb?</a:t>
            </a:r>
            <a:endParaRPr b="1" sz="5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 your garments spotless?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 they white as snow?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 you washed in the blood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Lamb?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title"/>
          </p:nvPr>
        </p:nvSpPr>
        <p:spPr>
          <a:xfrm>
            <a:off x="152400" y="114300"/>
            <a:ext cx="8839200" cy="49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Are you washed in the blood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the Lamb,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blood of the Lamb?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