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Fjalla On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Fjalla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4efb6e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4efb6ef5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26ae1f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626ae1f4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4efb6ef5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b4efb6ef5_1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4efb6ef5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b4efb6ef5_1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64e47c1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864e47c17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4eb37c4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b4eb37c4a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4efb6ef5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b4efb6ef5_1_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4efb6ef5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b4efb6ef5_1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4eb37c4a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b4eb37c4a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626ae1f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626ae1f47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26ae1f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626ae1f47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4eb37c4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fb4eb37c4a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4efb6ef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b4efb6ef5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4efb6ef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b4efb6ef5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b4efb6ef5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fb4efb6ef5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b4efb6ef5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fb4efb6ef5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b4efb6ef5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fb4efb6ef5_1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b4efb6ef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fb4efb6ef5_1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b4efb6ef5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fb4efb6ef5_1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b4efb6ef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fb4efb6ef5_1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4efb6ef5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fb4efb6ef5_1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b4efb6ef5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fb4efb6ef5_1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1071000"/>
            <a:ext cx="8697900" cy="3001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THE LORD WILL PROVIDE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Brett Younker | Chris Davenport | Jess Cates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2024 CDavs Music; People Of The Rising; sixsteps Music; Songs For TIM; We Are TIM Music; worshiptogether.com songs; Zoom Out.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Look at the flowers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all of their beauty.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don't have to wonder;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know what You're doing.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Look at the flowers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all of their beauty.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don't have to wonder;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know what You're doing.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why would I worry at all?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You're faithful to supply.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 single time,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Lord will provide.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Look at the sparrow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lacking for nothing,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fear of tomorrow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what it will bring.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I have You I have enough,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'cause Your love will satisfy.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 single time,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Lord will provide.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Seek first the kingdom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its treasures;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else,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will be added.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that I'm needing,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the Lord will provide.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my God's not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empty handed.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gives us blessings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upon blessings.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I'm still believing;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the Lord will provide.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Seek first the kingdom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its treasures;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else,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will be added.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that I'm needing,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the Lord will provide.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my God's not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empty handed.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gives us blessings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upon blessings.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I'm still believing;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the Lord will provide.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I need,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 single time,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Lord will provide.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Father has it.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Seek first the kingdom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its treasures;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everything else,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will be added.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that I'm needing,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the Lord will provide.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my God's not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empty handed.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gives us blessings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upon blessings.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I'm still believing;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the Lord will provide.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the Lord will provide.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