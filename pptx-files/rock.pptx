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Fjalla One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FjallaOn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471b7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a471b7e1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471b7e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a471b7e1a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471b7e1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a471b7e1a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471b7e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a471b7e1a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47900"/>
            <a:ext cx="8697900" cy="30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ROCK OF AGES, CLEFT FOR ME</a:t>
            </a:r>
            <a:endParaRPr b="1" sz="5900" u="sng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by Augustus M. Toplady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Music by Thomas Hastings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Rock of Ages, cleft for me,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me hide myself in Thee.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the water and the blood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Thy wounded side 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which flowed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of sin the double cure,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save from wrath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make me pure.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the labors of my hands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fulfill Thy law’s demands.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for sin could not atone.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must save, and Thou alone.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my hand no price I bring.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Simply to Thy cross I cling.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 I draw this fleeting breath,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mine eyes shall close in death,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I rise to worlds unknown,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behold Thee on Thy throne,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Rock of Ages, cleft for 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me hide myself in Thee.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