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jalla On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jall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58d969341a5292d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58d969341a5292d1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8d969341a5292d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58d969341a5292d1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8d969341a5292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58d969341a5292d1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8d969341a5292d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58d969341a5292d1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24650"/>
            <a:ext cx="8697900" cy="401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SEEK YE FIRST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Karen Lafferty; based on Matthew 6:33; 7:7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 by Karen Lafferty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1972 Maranatha! Music (ASCAP)/CCCM Music (ASCAP)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(both admin. by Music Services, Inc.).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ye first the kingdom of God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His righteousness,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all these things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be added unto you.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Allelu, alleluia!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 shall not live by bread alone,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by ev’ry word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proceeds 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the mouth of God.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Allelu, alleluia!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 and it shall be given unto you,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and ye shall find.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Knock and the door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be opened unto you.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Allelu, alleluia!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Alleluia, Alleluia!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ye first the kingdom of God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His righteousness,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all these things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be added unto you.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Allelu, alleluia!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