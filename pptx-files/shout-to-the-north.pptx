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hrNM4DyeKRzvz/f9OLu2+qJflO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e4432f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be4432ff0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be4432ff0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be4432ff0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e4432ff0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be4432ff0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e4432ff0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be4432ff0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e4432ff0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be4432ff0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e4432ff0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be4432ff0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4432ff0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be4432ff0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4432ff0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be4432ff08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e4432ff0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e4432ff08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e4432ff0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be4432ff0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4432ff0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e4432ff08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4432ff0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e4432ff08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4432ff0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be4432ff08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4432ff0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be4432ff08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e4432ff0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e4432ff08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462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0" i="0" lang="en-US" sz="54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Shout to the North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914400" y="4267200"/>
            <a:ext cx="7315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Martin Smith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1995 Curious? Music UK (PRS) (admin. in the US and Canada by EMI CMG Publishing). All rights reserved.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by permission.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Men of faith,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rise up and sing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the great and glorious King!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4432ff08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strong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when you feel weak,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in your brokenness, complete.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be4432ff08_0_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Rise up, women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the truth.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Stand and sing to broken hearts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4432ff08_0_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Who can know the healing pow'r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our awesome King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of love!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e4432ff08_0_12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e4432ff08_0_16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We’ve been through fire,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We’ve been through rain,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e4432ff08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We’ve been refined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by the pow’r of His name.</a:t>
            </a:r>
            <a:endParaRPr b="1" sz="5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We’ve fallen deeper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in love with You.</a:t>
            </a:r>
            <a:endParaRPr b="1" sz="5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e4432ff08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You’ve burned this truth on our lips!</a:t>
            </a:r>
            <a:endParaRPr b="1" sz="5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e4432ff08_0_4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4432ff08_0_4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762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Rise up, church,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with broken wings.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Fill this place with songs again</a:t>
            </a:r>
            <a:endParaRPr b="1" sz="5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4432ff08_0_52"/>
          <p:cNvSpPr txBox="1"/>
          <p:nvPr>
            <p:ph type="title"/>
          </p:nvPr>
        </p:nvSpPr>
        <p:spPr>
          <a:xfrm>
            <a:off x="76200" y="152400"/>
            <a:ext cx="89916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</a:t>
            </a:r>
            <a:r>
              <a:rPr b="1" i="0" lang="en-US" sz="5900" u="none">
                <a:solidFill>
                  <a:schemeClr val="lt1"/>
                </a:solidFill>
              </a:rPr>
              <a:t>f our God who reigns on high.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By His grace again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we’ll fly!</a:t>
            </a:r>
            <a:endParaRPr b="1" sz="5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e4432ff08_0_64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4432ff08_0_6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e4432ff08_0_72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</a:t>
            </a: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is Lord of heaven and earth!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e4432ff08_0_56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Shout to the north and the south!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Sing to the east and the west:</a:t>
            </a:r>
            <a:endParaRPr b="1" sz="5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e4432ff08_0_60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Jesus is Savior to all,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Lord of heaven and earth!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