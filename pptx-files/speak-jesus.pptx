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Fjalla One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font" Target="fonts/FjallaOne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a4a4918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a4a491869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4a49186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a4a491869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471b7e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a471b7e1a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492136f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a492136f4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492136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a492136f4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471b7e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a471b7e1a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a4a491a1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a4a491a19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4a491a1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a4a491a19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492136f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a492136f4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4a49186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a4a491869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a4a491a1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a4a491a19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4a491a1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a4a491a19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4a491a19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a4a491a19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a4a491a1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a4a491a19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4a491a19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fa4a491a19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4a491a1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fa4a491a19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4a491a19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fa4a491a19_1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4a491a19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fa4a491a19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a4a491a19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fa4a491a19_1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4a491a19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fa4a491a19_1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a4a491a19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fa4a491a19_1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a4a491a19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fa4a491a19_1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4a491a1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a4a491a19_1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4a491a19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fa4a491a19_1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4a491a19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fa4a491a19_1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4a491a19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fa4a491a19_1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4a491a1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fa4a491a19_1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a4a491a19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fa4a491a19_1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a4a491a19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fa4a491a19_1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a4a491a19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a4a491a19_1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a4a491a19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fa4a491a19_1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a4a491a19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fa4a491a19_1_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293700"/>
            <a:ext cx="8697900" cy="4556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I SPEAK JESUS/</a:t>
            </a:r>
            <a:endParaRPr b="1" sz="5900" u="sng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Shout to the Lord</a:t>
            </a:r>
            <a:endParaRPr b="1" sz="4300" u="sng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by Abby Benton | Carlene Prince | Dustin Smith | Jesse Reeves |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Kristen Dutton | Raina Pratt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2020 BEC Worship; Raina Pratt Publishing Designee; WriterWrong Music; For Me and My House Songs; Integrity's Praise! Music; Anchored In Hope Music; Give It A Lift Music.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CCLI #155095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just want to speak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Name of Jesus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 every heart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every mind.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'Cause I know there is peace within Your presence,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speak Jesus.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just want to speak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Name of Jesus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'til every dark addiction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starts to break.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Declaring there is hope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there is freedom,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speak Jesus.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('Cause) Your Name is power,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healing,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life.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Break every stronghold,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shine through the shadows,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burn like a fire.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just want to speak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Name of Jesus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 fear and all anxiety.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every soul held captive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depression,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speak Jesus.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('Cause) Your Name is power,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healing,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life.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Break every stronghold,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shine through the shadows,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burn like a fire.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Shout Jesus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the mountains,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in the streets,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in the darkness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 every enemy,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for my fam'ly.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speak the holy Name, Jesus.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Shout Jesus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the mountains,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in the streets,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in the darkness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 every enemy,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for my fam'ly.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speak the holy Name, Jesus.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Shout Jesus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the mountains,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in the streets,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in the darkness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 every enemy,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for my fam'ly.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speak the holy Name, Jesus.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('Cause) Your Name is power,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healing,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life.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Break every stronghold,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shine through the shadows,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burn like a fire.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('Cause) Your Name is power,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healing,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life.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Break every stronghold,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shine through the shadows,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burn like a fire.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('Cause) Your Name is power,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healing,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life.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Shout to the Lord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the earth, let us sing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 and majesty,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to the King.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Mountains bow down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 seas will roar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the sound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Your Name.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sing for joy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the work of Your hands.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Forever I’ll love You,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forever I’ll stand.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Nothing compares to the promise I have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You.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Jesus, my Savior,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Lord, there is none like You.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of my days I want to praise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wonders of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mighty love.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Comfort, my Shelter,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tower of refuge and strength,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ev’ry breath, all that I am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never cease to worship You!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Shout to the Lord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the earth, let us sing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 and majesty,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praise to the King.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Mountains bow down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 seas will roar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the sound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Your Name.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sing for joy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the work of Your hands.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Forever I’ll love You,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forever I’ll stand.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Nothing compares to the promise I have </a:t>
            </a:r>
            <a:r>
              <a:rPr i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3x)</a:t>
            </a:r>
            <a:endParaRPr i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You.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just want to speak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Name of Jesus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 every heart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every mind.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'Cause I know there is peace within Your presence,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speak Jesus.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31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SHOUT TO THE LORD</a:t>
            </a:r>
            <a:endParaRPr b="1" sz="31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by Darlene Zschech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Copyright 1993 Darlene Zschech/Hillsong Publishing (ASCAP)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(admin. in the U.S. &amp; Canada by Integrity’s Hosanna! Music) 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(c/o Integrity Media, Inc., 1000 Cody Road, Mobile, AL 36695). 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CCLI # 155095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