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Nr7n71UfXzCZ2lrjhtLoV16iJ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223a8bb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7223a8bb7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223a8bb7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7223a8bb7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223a8bb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7223a8bb7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223a8bb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7223a8bb7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223a8bb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7223a8bb7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23a8bb7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7223a8bb7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223a8bb7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7223a8bb7e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23a8bb7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7223a8bb7e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223a8bb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7223a8bb7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223a8bb7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7223a8bb7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Surely the Presence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Lanny Wolfe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1977 Lanny Wolfe Music (All rights controlled by Gaither Copyright Management).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Surely, the presence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the Lord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in this place.</a:t>
            </a:r>
            <a:endParaRPr sz="4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223a8bb7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can feel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mighty power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His grace.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can hear the brush of angels’ wings,</a:t>
            </a:r>
            <a:endParaRPr b="1" i="0" sz="5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see glory on each face.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223a8bb7e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Surely, the presence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the Lord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in this place.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223a8bb7e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Surely, the Spirit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here in love,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223a8bb7e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it brings God’s peace as quiet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as a dove.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223a8bb7e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can </a:t>
            </a:r>
            <a:r>
              <a:rPr b="1" lang="en-US" sz="5900">
                <a:solidFill>
                  <a:schemeClr val="lt1"/>
                </a:solidFill>
              </a:rPr>
              <a:t>see the glow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angels’ wings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lang="en-US" sz="5900">
                <a:solidFill>
                  <a:schemeClr val="lt1"/>
                </a:solidFill>
              </a:rPr>
              <a:t>hining brightly from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23a8bb7e_0_4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Surely, the Spirit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here in love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223a8bb7e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Surely, the blessing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the Lord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in my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223a8bb7e_0_5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it’s here when we’re together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or apart.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223a8bb7e_0_5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I feel the rush of angels’ wings,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a</a:t>
            </a:r>
            <a:r>
              <a:rPr b="1" lang="en-US" sz="6000">
                <a:solidFill>
                  <a:schemeClr val="lt1"/>
                </a:solidFill>
              </a:rPr>
              <a:t>nd I know</a:t>
            </a:r>
            <a:endParaRPr b="1" sz="6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how great Thou art!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223a8bb7e_0_6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Surely, the blessing </a:t>
            </a:r>
            <a:endParaRPr b="1" sz="6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of the Lord </a:t>
            </a:r>
            <a:endParaRPr b="1" sz="6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is in my heart.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