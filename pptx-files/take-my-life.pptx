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Fjalla One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FjallaOne-regular.fnt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6265f74f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f6265f74f4_0_1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6cb0c0cb433030b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h6cb0c0cb433030b6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1c7b75876c20076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h1c7b75876c200767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6cb0c0cb433030b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h6cb0c0cb433030b6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6cb0c0cb433030b6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h6cb0c0cb433030b6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6cb0c0cb433030b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h6cb0c0cb433030b6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1bfa24b31d96731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h1bfa24b31d96731b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7" name="Google Shape;107;p2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3">
  <p:cSld name="TITLE_AND_BODY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1">
  <p:cSld name="TITLE_AND_BODY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2">
  <p:cSld name="TITLE_AND_BODY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/>
        </p:nvSpPr>
        <p:spPr>
          <a:xfrm>
            <a:off x="223050" y="909450"/>
            <a:ext cx="8697900" cy="3324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TAKE MY LIFE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Scott Underwood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Copyright 1995 Mercy/Vineyard Publishing (ASCAP) (admin. in North America by Music Services, Inc. obo Vineyard Music USA). All rights reserved. Used by permission.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CCLI #155095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/>
        </p:nvSpPr>
        <p:spPr>
          <a:xfrm>
            <a:off x="223050" y="367500"/>
            <a:ext cx="8697900" cy="440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Holiness, holiness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what I long for.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Holiness is what I need.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Holiness is </a:t>
            </a: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you want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/>
        </p:nvSpPr>
        <p:spPr>
          <a:xfrm>
            <a:off x="223050" y="367500"/>
            <a:ext cx="8697900" cy="440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Faithfulness, faithfulness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what I long for.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Faithfulness is what I need.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Faithfulness is what you want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 take my heart and form it.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Take my mind, transform it.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Take my will, conform it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Yours, to Yours, O Lord.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/>
        </p:nvSpPr>
        <p:spPr>
          <a:xfrm>
            <a:off x="223050" y="367500"/>
            <a:ext cx="8697900" cy="440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Righteousness, r</a:t>
            </a: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ighteousness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what I long for.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ighteousness</a:t>
            </a: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is what I need.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ighteousness</a:t>
            </a: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is what you want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 take my heart and form it.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Take my mind, transform it.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Take my will, conform it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Yours, to Yours, O Lord.</a:t>
            </a:r>
            <a:endParaRPr i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/>
        </p:nvSpPr>
        <p:spPr>
          <a:xfrm>
            <a:off x="223050" y="367500"/>
            <a:ext cx="8697900" cy="440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Holiness, holiness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what I long for.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Holiness is what I need.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Holiness is what you want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/>
        </p:nvSpPr>
        <p:spPr>
          <a:xfrm>
            <a:off x="223050" y="429150"/>
            <a:ext cx="8697900" cy="4285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 take my heart and form it.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Take my mind, transform it.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Take my will, conform it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Yours, to Yours, O Lord.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