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a2ffb9a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6a2ffb9a21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5563b77d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75563b77d6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a2ffb9a2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6a2ffb9a21_0_8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5563b77d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75563b77d6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a2ffb9a2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6a2ffb9a21_0_1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5563b77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75563b77d6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a2ffb9a2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6a2ffb9a21_0_1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5563b77d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75563b77d6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5563b77d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75563b77d6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5563b77d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75563b77d6_0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5563b77d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75563b77d6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5563b77d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75563b77d6_0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a2ffb9a21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6a2ffb9a21_0_18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5563b77d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75563b77d6_0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a2ffb9a2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6a2ffb9a21_0_1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5563b77d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75563b77d6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5563b77d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75563b77d6_0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5563b77d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75563b77d6_0_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5563b77d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75563b77d6_0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5563b77d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75563b77d6_0_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a2ffb9a2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6a2ffb9a21_0_2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5563b77d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75563b77d6_0_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a2ffb9a21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6a2ffb9a21_0_2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5563b77d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75563b77d6_0_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5563b77d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75563b77d6_0_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5563b77d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75563b77d6_0_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5563b77d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75563b77d6_0_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5563b77d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75563b77d6_0_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5563b77d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75563b77d6_0_8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5563b77d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75563b77d6_0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5563b77d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75563b77d6_0_9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5563b77d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75563b77d6_0_9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1</a:t>
            </a:r>
            <a:r>
              <a:rPr b="1" lang="en">
                <a:solidFill>
                  <a:schemeClr val="lt1"/>
                </a:solidFill>
              </a:rPr>
              <a:t>0,000 Reasons/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Bless The Lord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9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lt1"/>
                </a:solidFill>
              </a:rPr>
              <a:t>Words and music by Jonas Myrin and Matt Redman | © Copyright 2011, 2013 SHOUT! Music Publishing (APRA) Administered by CapitolCMGPublishing.com All rights reserved.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lt1"/>
                </a:solidFill>
              </a:rPr>
              <a:t>CCLI # 155095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Bless the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</a:t>
            </a:r>
            <a:r>
              <a:rPr b="1" lang="en" sz="5900">
                <a:solidFill>
                  <a:schemeClr val="lt1"/>
                </a:solidFill>
              </a:rPr>
              <a:t>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The sun comes up,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it’s a new day dawning,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It’s time to sing your song again.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Whatever may pass,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whatever lies before me,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L</a:t>
            </a:r>
            <a:r>
              <a:rPr b="1" lang="en" sz="5900">
                <a:solidFill>
                  <a:schemeClr val="lt1"/>
                </a:solidFill>
              </a:rPr>
              <a:t>et me be singing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when the evening comes.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Bless the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</a:t>
            </a:r>
            <a:r>
              <a:rPr b="1" lang="en" sz="5900">
                <a:solidFill>
                  <a:schemeClr val="lt1"/>
                </a:solidFill>
              </a:rPr>
              <a:t>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You’re rich in love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you’re slow to anger,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Your name is great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your heart is kind.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For all your goodness,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 will keep on singing: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T</a:t>
            </a:r>
            <a:r>
              <a:rPr b="1" lang="en" sz="5900">
                <a:solidFill>
                  <a:schemeClr val="lt1"/>
                </a:solidFill>
              </a:rPr>
              <a:t>en thousand reasons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for my heart to find.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Bless the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</a:t>
            </a:r>
            <a:r>
              <a:rPr b="1" lang="en" sz="5900">
                <a:solidFill>
                  <a:schemeClr val="lt1"/>
                </a:solidFill>
              </a:rPr>
              <a:t>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on that day,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when my strength is failing,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T</a:t>
            </a:r>
            <a:r>
              <a:rPr b="1" lang="en" sz="5900">
                <a:solidFill>
                  <a:schemeClr val="lt1"/>
                </a:solidFill>
              </a:rPr>
              <a:t>he end draws near,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my time has come;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Still, my soul will sing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Your praise unending: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T</a:t>
            </a:r>
            <a:r>
              <a:rPr b="1" lang="en" sz="5900">
                <a:solidFill>
                  <a:schemeClr val="lt1"/>
                </a:solidFill>
              </a:rPr>
              <a:t>en thousand years,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then forever more.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Bless the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</a:t>
            </a:r>
            <a:r>
              <a:rPr b="1" lang="en" sz="5900">
                <a:solidFill>
                  <a:schemeClr val="lt1"/>
                </a:solidFill>
              </a:rPr>
              <a:t>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rgbClr val="980000"/>
                </a:solidFill>
              </a:rPr>
              <a:t>(***)</a:t>
            </a:r>
            <a:endParaRPr b="1" sz="59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Bless the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</a:t>
            </a:r>
            <a:r>
              <a:rPr b="1" lang="en" sz="5900">
                <a:solidFill>
                  <a:schemeClr val="lt1"/>
                </a:solidFill>
              </a:rPr>
              <a:t>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i="1" lang="en" sz="4700">
                <a:solidFill>
                  <a:schemeClr val="lt1"/>
                </a:solidFill>
              </a:rPr>
              <a:t>(sing 3x)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