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8SXvMlXvtaQIgGxc4pDhdcEMK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07ef2d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707ef2d3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07ef2d3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707ef2d3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07ef2d3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7707ef2d3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707ef2d3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7707ef2d3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i="0" lang="en-US" sz="5400" u="sng">
                <a:solidFill>
                  <a:schemeClr val="lt1"/>
                </a:solidFill>
              </a:rPr>
              <a:t>The Heart of Worship</a:t>
            </a:r>
            <a:endParaRPr sz="5400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191000"/>
            <a:ext cx="7543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Matt Redman</a:t>
            </a:r>
            <a:endParaRPr sz="1900"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1999 Thankyou Music (PRS) (admin. Worldwide by EMI CMG Publishing excluding Europe which is admin. by kingswaysongs.com). All rights reserved. Used by permission.</a:t>
            </a:r>
            <a:endParaRPr sz="1900"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the music fades,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all is swept away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I simply come;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Longing just to bring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something that’s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worth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 will bless Your heart.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I’ll bring You more than a song,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a song in itself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is not what You have required.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search much deeper within,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through the way things appear;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You’re looking into my heart.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coming back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the heart of worship,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it’s all about You,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it’s all about You, Jesus.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sorry,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thing I’ve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made it,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when it’s all about You,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it’s all about You, Jesus.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King of endless </a:t>
            </a:r>
            <a:r>
              <a:rPr b="1" lang="en-US" sz="5900">
                <a:solidFill>
                  <a:schemeClr val="lt1"/>
                </a:solidFill>
              </a:rPr>
              <a:t>worth,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 one could express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much You deserve.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Though I’m weak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poor,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all I have is Yours,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ev’ry single breath.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707ef2d37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I’ll bring You more than a song,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a song in itself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is not what You have required.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707ef2d37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search much deeper within,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through the way things appear;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You’re looking into my heart.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707ef2d37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coming back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the heart of worship,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it’s all about You,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it’s all about You, Jesus.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707ef2d37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sorry,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thing I’ve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made it,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when it’s all about You,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it’s all about You, Jesus.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