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1" roundtripDataSignature="AMtx7mi+4qszNhEHdLayjXUkXvcHI9W0l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" name="Google Shape;24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" name="Google Shape;3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" name="Google Shape;3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1" name="Google Shape;4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6" name="Google Shape;4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1" name="Google Shape;5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6" name="Google Shape;5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1" name="Google Shape;6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6" name="Google Shape;6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1" name="Google Shape;7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6" name="Google Shape;7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1" name="Google Shape;81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6" name="Google Shape;86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1" name="Google Shape;91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6" name="Google Shape;96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layout with centered title and subtitle placeholders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7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7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lvl="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lvl="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lvl="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lvl="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lvl="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lvl="8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14" name="Google Shape;14;p17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7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7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8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8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8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8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46441"/>
            </a:gs>
            <a:gs pos="100000">
              <a:srgbClr val="02462D"/>
            </a:gs>
          </a:gsLst>
          <a:lin ang="5400000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6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6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6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6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6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"/>
          <p:cNvSpPr txBox="1"/>
          <p:nvPr>
            <p:ph type="ctrTitle"/>
          </p:nvPr>
        </p:nvSpPr>
        <p:spPr>
          <a:xfrm>
            <a:off x="685800" y="2209800"/>
            <a:ext cx="77724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0" i="0" lang="en-US" sz="4800" u="sng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This Is My Father’s World</a:t>
            </a:r>
            <a:endParaRPr/>
          </a:p>
        </p:txBody>
      </p:sp>
      <p:sp>
        <p:nvSpPr>
          <p:cNvPr id="27" name="Google Shape;27;p1"/>
          <p:cNvSpPr txBox="1"/>
          <p:nvPr>
            <p:ph idx="1" type="subTitle"/>
          </p:nvPr>
        </p:nvSpPr>
        <p:spPr>
          <a:xfrm>
            <a:off x="914400" y="4267200"/>
            <a:ext cx="7315200" cy="23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Words by Maltbie D. Babcock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Music by Franklin L. Sheppard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Words and Music public domain</a:t>
            </a:r>
            <a:endParaRPr/>
          </a:p>
        </p:txBody>
      </p:sp>
      <p:sp>
        <p:nvSpPr>
          <p:cNvPr id="28" name="Google Shape;28;p1"/>
          <p:cNvSpPr txBox="1"/>
          <p:nvPr/>
        </p:nvSpPr>
        <p:spPr>
          <a:xfrm>
            <a:off x="7924800" y="5943600"/>
            <a:ext cx="1219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This is my Father’s world,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lang="en-US" sz="5900">
                <a:solidFill>
                  <a:schemeClr val="lt1"/>
                </a:solidFill>
              </a:rPr>
              <a:t>a</a:t>
            </a:r>
            <a:r>
              <a:rPr b="1" i="0" lang="en-US" sz="5900" u="none">
                <a:solidFill>
                  <a:schemeClr val="lt1"/>
                </a:solidFill>
              </a:rPr>
              <a:t>nd to my list’ning ears</a:t>
            </a:r>
            <a:endParaRPr b="1" sz="5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All nature sings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and round me rings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lang="en-US" sz="5900">
                <a:solidFill>
                  <a:schemeClr val="lt1"/>
                </a:solidFill>
              </a:rPr>
              <a:t>t</a:t>
            </a:r>
            <a:r>
              <a:rPr b="1" i="0" lang="en-US" sz="5900" u="none">
                <a:solidFill>
                  <a:schemeClr val="lt1"/>
                </a:solidFill>
              </a:rPr>
              <a:t>he music of the spheres.</a:t>
            </a:r>
            <a:endParaRPr b="1" sz="5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4"/>
          <p:cNvSpPr txBox="1"/>
          <p:nvPr>
            <p:ph type="title"/>
          </p:nvPr>
        </p:nvSpPr>
        <p:spPr>
          <a:xfrm>
            <a:off x="114300" y="250825"/>
            <a:ext cx="8915400" cy="6354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This is my Father’s world.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I rest me in the thought</a:t>
            </a:r>
            <a:endParaRPr b="1" sz="59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5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Of rocks and trees,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of skies and seas,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His hand the wonders wrought.</a:t>
            </a:r>
            <a:endParaRPr b="1" sz="59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6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This is my Father’s world.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The birds their carols raise.</a:t>
            </a:r>
            <a:endParaRPr b="1" sz="59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7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The morning light,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the lily white,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lang="en-US" sz="5900">
                <a:solidFill>
                  <a:schemeClr val="lt1"/>
                </a:solidFill>
              </a:rPr>
              <a:t>D</a:t>
            </a:r>
            <a:r>
              <a:rPr b="1" i="0" lang="en-US" sz="5900" u="none">
                <a:solidFill>
                  <a:schemeClr val="lt1"/>
                </a:solidFill>
              </a:rPr>
              <a:t>eclare their Maker’s praise.</a:t>
            </a:r>
            <a:endParaRPr b="1" sz="59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8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This is my Father’s world.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He shines in all that’s fair.</a:t>
            </a:r>
            <a:endParaRPr b="1" sz="59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9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In the rustling grass,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I hear Him pass.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He speaks to me ev’rywhere.</a:t>
            </a:r>
            <a:endParaRPr b="1" sz="59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0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This is my Father’s world!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O let me ne’er forget</a:t>
            </a:r>
            <a:endParaRPr b="1" sz="59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1"/>
          <p:cNvSpPr txBox="1"/>
          <p:nvPr>
            <p:ph type="title"/>
          </p:nvPr>
        </p:nvSpPr>
        <p:spPr>
          <a:xfrm>
            <a:off x="228600" y="152400"/>
            <a:ext cx="86868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That tho’ the wrong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seems oft so strong,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God is the Ruler yet.</a:t>
            </a:r>
            <a:endParaRPr b="1" sz="59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2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This is my Father’s world.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The battle is not done.</a:t>
            </a:r>
            <a:endParaRPr b="1" sz="59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/>
          <p:nvPr>
            <p:ph type="title"/>
          </p:nvPr>
        </p:nvSpPr>
        <p:spPr>
          <a:xfrm>
            <a:off x="152400" y="152400"/>
            <a:ext cx="87630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Jesus who died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shall be satisfied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lang="en-US" sz="5900">
                <a:solidFill>
                  <a:schemeClr val="lt1"/>
                </a:solidFill>
              </a:rPr>
              <a:t>a</a:t>
            </a:r>
            <a:r>
              <a:rPr b="1" i="0" lang="en-US" sz="5900" u="none">
                <a:solidFill>
                  <a:schemeClr val="lt1"/>
                </a:solidFill>
              </a:rPr>
              <a:t>nd earth and heaven be one.</a:t>
            </a:r>
            <a:endParaRPr b="1" sz="59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 txBox="1"/>
          <p:nvPr>
            <p:ph type="title"/>
          </p:nvPr>
        </p:nvSpPr>
        <p:spPr>
          <a:xfrm>
            <a:off x="152400" y="152400"/>
            <a:ext cx="87630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This is my Father’s world.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The battle is not done.</a:t>
            </a:r>
            <a:endParaRPr b="1" sz="59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>
            <p:ph type="title"/>
          </p:nvPr>
        </p:nvSpPr>
        <p:spPr>
          <a:xfrm>
            <a:off x="152400" y="152400"/>
            <a:ext cx="87630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Jesus who died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shall be satisfied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lang="en-US" sz="5900">
                <a:solidFill>
                  <a:schemeClr val="lt1"/>
                </a:solidFill>
              </a:rPr>
              <a:t>a</a:t>
            </a:r>
            <a:r>
              <a:rPr b="1" i="0" lang="en-US" sz="5900" u="none">
                <a:solidFill>
                  <a:schemeClr val="lt1"/>
                </a:solidFill>
              </a:rPr>
              <a:t>nd earth and heaven be one.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i="1" lang="en-US" sz="5900" u="none">
                <a:solidFill>
                  <a:schemeClr val="lt1"/>
                </a:solidFill>
              </a:rPr>
              <a:t>(repeat)</a:t>
            </a:r>
            <a:endParaRPr i="1" sz="5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efault Design">
  <a:themeElements>
    <a:clrScheme name="Default Design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BBE0E3"/>
      </a:accent4>
      <a:accent5>
        <a:srgbClr val="333399"/>
      </a:accent5>
      <a:accent6>
        <a:srgbClr val="FFFFFF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1601-01-01T00:00:00Z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