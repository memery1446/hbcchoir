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TboEF0bDBM/zbjCGz/sogC+ye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7090ed6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77090ed69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7090ed69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77090ed69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090ed69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77090ed69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090ed6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77090ed69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b544ddb4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9b544ddb47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b544ddb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9b544ddb4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b544ddb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9b544ddb4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544ddb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b544ddb4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b544ddb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9b544ddb4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b544ddb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9b544ddb4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b544ddb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9b544ddb4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b544ddb4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9b544ddb4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544ddb4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9b544ddb47_0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544ddb4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9b544ddb47_0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b544ddb4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9b544ddb47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544ddb4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9b544ddb47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b544ddb47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9b544ddb47_0_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b544ddb4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9b544ddb47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b544ddb4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9b544ddb47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b544ddb4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9b544ddb47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b544ddb4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9b544ddb4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544ddb4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9b544ddb47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b544ddb47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9b544ddb47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900" u="sng">
                <a:solidFill>
                  <a:schemeClr val="lt1"/>
                </a:solidFill>
              </a:rPr>
              <a:t>Throwback Worship Medley</a:t>
            </a:r>
            <a:endParaRPr b="1" sz="5900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900">
                <a:solidFill>
                  <a:schemeClr val="lt1"/>
                </a:solidFill>
              </a:rPr>
              <a:t>arranged by Jay Rouse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land that is plentiful,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Where Your streams of abundance flow,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when I’m found in the desert place,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 I walk through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wilderness,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Ev’ry blessing You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pour out,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I’ll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turn back to praise.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7090ed69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the darkness closes in,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Lord,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I will say,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7090ed69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7090ed694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7090ed694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b544ddb47_0_2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544ddb4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sorrow,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trading my shame;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b544ddb47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sickness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trading my pain;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r>
              <a:rPr b="1" i="0" lang="en-US" sz="5900" u="none">
                <a:solidFill>
                  <a:schemeClr val="dk2"/>
                </a:solidFill>
              </a:rPr>
              <a:t> 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b544ddb47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We’re singing, “</a:t>
            </a: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Lord! 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544ddb47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Lord, Amen!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544ddb47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</a:t>
            </a:r>
            <a:r>
              <a:rPr b="1" lang="en-US" sz="5900">
                <a:solidFill>
                  <a:schemeClr val="lt1"/>
                </a:solidFill>
              </a:rPr>
              <a:t>’m </a:t>
            </a:r>
            <a:r>
              <a:rPr b="1" i="0" lang="en-US" sz="5900" u="none">
                <a:solidFill>
                  <a:schemeClr val="lt1"/>
                </a:solidFill>
              </a:rPr>
              <a:t>pressed but not crushed,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Persecuted, not abandoned,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Struck down, but not destroyed;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544ddb47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am blessed beyond the curse,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His promise will endure,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 His joy’s gonna be my strength.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b544ddb47_0_24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Though the sorrow may last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for the night,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joy comes </a:t>
            </a:r>
            <a:r>
              <a:rPr b="1" lang="en-US" sz="5900">
                <a:solidFill>
                  <a:schemeClr val="lt1"/>
                </a:solidFill>
              </a:rPr>
              <a:t>in</a:t>
            </a:r>
            <a:r>
              <a:rPr b="1" i="0" lang="en-US" sz="5900" u="none">
                <a:solidFill>
                  <a:schemeClr val="lt1"/>
                </a:solidFill>
              </a:rPr>
              <a:t> the morning.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544ddb47_0_36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sorrow,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trading my shame;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b544ddb47_0_37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sickness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trading my pain;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r>
              <a:rPr b="1" i="0" lang="en-US" sz="5900" u="none">
                <a:solidFill>
                  <a:schemeClr val="dk2"/>
                </a:solidFill>
              </a:rPr>
              <a:t> 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544ddb47_0_9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(repeat)</a:t>
            </a:r>
            <a:endParaRPr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544ddb47_0_11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Shout to the Lord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the earth, let us sing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b544ddb47_0_37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Power and majesty,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praise to the King;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b544ddb47_0_11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Mountains bow down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the seas will roar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At the sound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Your name.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b544ddb47_0_12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980000"/>
                </a:solidFill>
              </a:rPr>
              <a:t>(***)</a:t>
            </a:r>
            <a:endParaRPr b="1" sz="5900">
              <a:solidFill>
                <a:srgbClr val="980000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 sing for joy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work of Your hands.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b544ddb47_0_12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Forever I’ll love You,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Forever I’ll stand.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b544ddb47_0_13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</a:t>
            </a:r>
            <a:r>
              <a:rPr b="1" lang="en-US" sz="5900">
                <a:solidFill>
                  <a:srgbClr val="FFFFFF"/>
                </a:solidFill>
              </a:rPr>
              <a:t>,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b544ddb47_0_13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FFFFFF"/>
                </a:solidFill>
              </a:rPr>
              <a:t>O, n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</a:t>
            </a:r>
            <a:r>
              <a:rPr b="1" lang="en-US" sz="5900">
                <a:solidFill>
                  <a:srgbClr val="FFFFFF"/>
                </a:solidFill>
              </a:rPr>
              <a:t>,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b544ddb47_0_37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FFFFFF"/>
                </a:solidFill>
              </a:rPr>
              <a:t>O, n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 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