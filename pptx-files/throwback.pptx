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g6PsoKFiKCVT4B+K5d72Vzp+gq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77090ed6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77090ed69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7090ed69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77090ed69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7090ed69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77090ed694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7090ed69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77090ed69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b544ddb4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9b544ddb47_0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b544ddb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9b544ddb4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b544ddb4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9b544ddb47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b544ddb4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9b544ddb4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b544ddb4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9b544ddb4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b544ddb4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9b544ddb4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b544ddb4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9b544ddb47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b544ddb4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9b544ddb47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b544ddb47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9b544ddb47_0_3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b544ddb47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9b544ddb47_0_3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b544ddb4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9b544ddb47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b544ddb4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9b544ddb47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b544ddb47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9b544ddb47_0_3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b544ddb4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9b544ddb47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b544ddb4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9b544ddb47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b544ddb4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9b544ddb47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b544ddb4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9b544ddb47_0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b544ddb4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9b544ddb47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b544ddb47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9b544ddb47_0_3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462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lang="en-US" sz="5900" u="sng">
                <a:solidFill>
                  <a:schemeClr val="lt1"/>
                </a:solidFill>
              </a:rPr>
              <a:t>Throwback Worship Medley</a:t>
            </a:r>
            <a:endParaRPr b="1" sz="5900"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914400" y="4267200"/>
            <a:ext cx="7315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900">
                <a:solidFill>
                  <a:schemeClr val="lt1"/>
                </a:solidFill>
              </a:rPr>
              <a:t>arranged by Jay Rouse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 sz="1900"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900">
                <a:solidFill>
                  <a:schemeClr val="lt1"/>
                </a:solidFill>
              </a:rPr>
              <a:t>155095</a:t>
            </a:r>
            <a:endParaRPr sz="1900"/>
          </a:p>
        </p:txBody>
      </p:sp>
      <p:sp>
        <p:nvSpPr>
          <p:cNvPr id="28" name="Google Shape;28;p1"/>
          <p:cNvSpPr txBox="1"/>
          <p:nvPr/>
        </p:nvSpPr>
        <p:spPr>
          <a:xfrm>
            <a:off x="7924800" y="5943600"/>
            <a:ext cx="12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Your name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the land that is plentiful,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Where Your streams of abundance flow,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name.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Your name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when I’m found in the desert place,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Tho</a:t>
            </a:r>
            <a:r>
              <a:rPr b="1" lang="en-US" sz="5900">
                <a:solidFill>
                  <a:schemeClr val="lt1"/>
                </a:solidFill>
              </a:rPr>
              <a:t>ugh</a:t>
            </a:r>
            <a:r>
              <a:rPr b="1" i="0" lang="en-US" sz="5900" u="none">
                <a:solidFill>
                  <a:schemeClr val="lt1"/>
                </a:solidFill>
              </a:rPr>
              <a:t> I walk through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the wilderness,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name.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Ev’ry blessing You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pour out,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I’ll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turn back to praise.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7090ed694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When the darkness closes in,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Lord,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still I will say,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name.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7090ed694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glorious name!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7090ed694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name.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7090ed694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the name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Lord,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Blessed be Your glorious name!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b544ddb47_0_21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Blessed be Your glorious name!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b544ddb47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trading my sorrow,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trading my shame;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laying </a:t>
            </a:r>
            <a:r>
              <a:rPr b="1" lang="en-US" sz="5900">
                <a:solidFill>
                  <a:schemeClr val="lt1"/>
                </a:solidFill>
              </a:rPr>
              <a:t>it</a:t>
            </a:r>
            <a:r>
              <a:rPr b="1" i="0" lang="en-US" sz="5900" u="none">
                <a:solidFill>
                  <a:schemeClr val="lt1"/>
                </a:solidFill>
              </a:rPr>
              <a:t> down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the joy of the Lord.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b544ddb47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trading my sickness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I’m trading my pain;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I’m laying </a:t>
            </a:r>
            <a:r>
              <a:rPr b="1" lang="en-US" sz="5900">
                <a:solidFill>
                  <a:schemeClr val="lt1"/>
                </a:solidFill>
              </a:rPr>
              <a:t>it</a:t>
            </a:r>
            <a:r>
              <a:rPr b="1" i="0" lang="en-US" sz="5900" u="none">
                <a:solidFill>
                  <a:schemeClr val="lt1"/>
                </a:solidFill>
              </a:rPr>
              <a:t> down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the joy of the Lord.</a:t>
            </a:r>
            <a:r>
              <a:rPr b="1" i="0" lang="en-US" sz="5900" u="none">
                <a:solidFill>
                  <a:schemeClr val="dk2"/>
                </a:solidFill>
              </a:rPr>
              <a:t> 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b544ddb47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We’re singing, “</a:t>
            </a:r>
            <a:r>
              <a:rPr b="1" i="0" lang="en-US" sz="5900" u="none">
                <a:solidFill>
                  <a:schemeClr val="lt1"/>
                </a:solidFill>
              </a:rPr>
              <a:t>Yes, Lord, yes, Lord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yes, yes, Lord.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Yes, Lord, yes, Lord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yes, yes, Lord! 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b544ddb47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Yes, Lord, yes, Lord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yes, yes, Lord, Amen!</a:t>
            </a:r>
            <a:r>
              <a:rPr b="1" lang="en-US" sz="5900">
                <a:solidFill>
                  <a:schemeClr val="lt1"/>
                </a:solidFill>
              </a:rPr>
              <a:t>”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b544ddb47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</a:t>
            </a:r>
            <a:r>
              <a:rPr b="1" lang="en-US" sz="5900">
                <a:solidFill>
                  <a:schemeClr val="lt1"/>
                </a:solidFill>
              </a:rPr>
              <a:t>’m </a:t>
            </a:r>
            <a:r>
              <a:rPr b="1" i="0" lang="en-US" sz="5900" u="none">
                <a:solidFill>
                  <a:schemeClr val="lt1"/>
                </a:solidFill>
              </a:rPr>
              <a:t>pressed but not crushed,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Persecuted, not abandoned,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Struck down, but not destroyed;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b544ddb47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 am blessed beyond the curse,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His promise will endure,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That His joy’s gonna be my strength.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b544ddb47_0_24"/>
          <p:cNvSpPr txBox="1"/>
          <p:nvPr>
            <p:ph type="title"/>
          </p:nvPr>
        </p:nvSpPr>
        <p:spPr>
          <a:xfrm>
            <a:off x="1524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Though the sorrow may last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b="1" i="0" lang="en-US" sz="5900" u="none">
                <a:solidFill>
                  <a:schemeClr val="lt1"/>
                </a:solidFill>
              </a:rPr>
              <a:t>for the night,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His joy comes </a:t>
            </a:r>
            <a:r>
              <a:rPr b="1" lang="en-US" sz="5900">
                <a:solidFill>
                  <a:schemeClr val="lt1"/>
                </a:solidFill>
              </a:rPr>
              <a:t>in</a:t>
            </a:r>
            <a:r>
              <a:rPr b="1" i="0" lang="en-US" sz="5900" u="none">
                <a:solidFill>
                  <a:schemeClr val="lt1"/>
                </a:solidFill>
              </a:rPr>
              <a:t> the morning.</a:t>
            </a:r>
            <a:endParaRPr b="1" sz="5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b544ddb47_0_36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trading my sorrow,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trading my shame;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I’m laying </a:t>
            </a:r>
            <a:r>
              <a:rPr b="1" lang="en-US" sz="5900">
                <a:solidFill>
                  <a:schemeClr val="lt1"/>
                </a:solidFill>
              </a:rPr>
              <a:t>it</a:t>
            </a:r>
            <a:r>
              <a:rPr b="1" i="0" lang="en-US" sz="5900" u="none">
                <a:solidFill>
                  <a:schemeClr val="lt1"/>
                </a:solidFill>
              </a:rPr>
              <a:t> down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the joy of the Lord.</a:t>
            </a:r>
            <a:endParaRPr b="1" sz="5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b544ddb47_0_371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I’m trading my sickness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I’m trading my pain;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 I’m laying </a:t>
            </a:r>
            <a:r>
              <a:rPr b="1" lang="en-US" sz="5900">
                <a:solidFill>
                  <a:schemeClr val="lt1"/>
                </a:solidFill>
              </a:rPr>
              <a:t>it</a:t>
            </a:r>
            <a:r>
              <a:rPr b="1" i="0" lang="en-US" sz="5900" u="none">
                <a:solidFill>
                  <a:schemeClr val="lt1"/>
                </a:solidFill>
              </a:rPr>
              <a:t> down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for the joy of the Lord.</a:t>
            </a:r>
            <a:r>
              <a:rPr b="1" i="0" lang="en-US" sz="5900" u="none">
                <a:solidFill>
                  <a:schemeClr val="dk2"/>
                </a:solidFill>
              </a:rPr>
              <a:t> </a:t>
            </a:r>
            <a:endParaRPr b="1" sz="5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b544ddb47_0_9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My Redeemer lives!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Redeemer lives!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Redeemer lives!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My Redeemer lives!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40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(repeat)</a:t>
            </a:r>
            <a:endParaRPr i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b544ddb47_0_11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Shout to the Lord</a:t>
            </a:r>
            <a:b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the earth, let us sing</a:t>
            </a:r>
            <a:endParaRPr b="1"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b544ddb47_0_37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Power and majesty,</a:t>
            </a:r>
            <a:br>
              <a:rPr b="1" lang="en-US" sz="5900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praise to the King;</a:t>
            </a:r>
            <a:endParaRPr b="1"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b544ddb47_0_11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Mountains bow down</a:t>
            </a:r>
            <a:b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the seas will roar</a:t>
            </a:r>
            <a:endParaRPr b="1" i="0" sz="59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At the sound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Your name.</a:t>
            </a:r>
            <a:endParaRPr b="1"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b544ddb47_0_12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rgbClr val="980000"/>
                </a:solidFill>
              </a:rPr>
              <a:t>(***)</a:t>
            </a:r>
            <a:endParaRPr b="1" sz="5900">
              <a:solidFill>
                <a:srgbClr val="980000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 sing for joy</a:t>
            </a:r>
            <a:b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 the work of Your hands.</a:t>
            </a:r>
            <a:endParaRPr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b544ddb47_0_12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Forever I’ll love You,</a:t>
            </a:r>
            <a:b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Forever I’ll stand.</a:t>
            </a:r>
            <a:endParaRPr b="1" sz="59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b544ddb47_0_13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Nothing compares to the</a:t>
            </a:r>
            <a:r>
              <a:rPr b="1" lang="en-US" sz="5900">
                <a:solidFill>
                  <a:srgbClr val="FFFFFF"/>
                </a:solidFill>
              </a:rPr>
              <a:t> </a:t>
            </a: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promise I have</a:t>
            </a:r>
            <a:r>
              <a:rPr b="1" lang="en-US" sz="5900">
                <a:solidFill>
                  <a:srgbClr val="FFFFFF"/>
                </a:solidFill>
              </a:rPr>
              <a:t>,</a:t>
            </a:r>
            <a:endParaRPr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b544ddb47_0_13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rgbClr val="FFFFFF"/>
                </a:solidFill>
              </a:rPr>
              <a:t>O, n</a:t>
            </a: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othing compares to the</a:t>
            </a:r>
            <a:r>
              <a:rPr b="1" lang="en-US" sz="5900">
                <a:solidFill>
                  <a:srgbClr val="FFFFFF"/>
                </a:solidFill>
              </a:rPr>
              <a:t> </a:t>
            </a: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promise I have</a:t>
            </a:r>
            <a:r>
              <a:rPr b="1" lang="en-US" sz="5900">
                <a:solidFill>
                  <a:srgbClr val="FFFFFF"/>
                </a:solidFill>
              </a:rPr>
              <a:t>,</a:t>
            </a:r>
            <a:endParaRPr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b544ddb47_0_37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rgbClr val="FFFFFF"/>
                </a:solidFill>
              </a:rPr>
              <a:t>O, n</a:t>
            </a: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othing compares to the</a:t>
            </a:r>
            <a:r>
              <a:rPr b="1" lang="en-US" sz="5900">
                <a:solidFill>
                  <a:srgbClr val="FFFFFF"/>
                </a:solidFill>
              </a:rPr>
              <a:t> </a:t>
            </a: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promise I have </a:t>
            </a:r>
            <a:endParaRPr b="1" i="0" sz="59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You.</a:t>
            </a:r>
            <a:endParaRPr sz="59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