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gT0JYVXnDjhAEivyfl2eJWR7Os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5563287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75563287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55632871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755632871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5563287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755632871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55632871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755632871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55632871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755632871e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55632871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755632871e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55632871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755632871e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55632871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755632871e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55632871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755632871e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55632871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755632871e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55632871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755632871e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55632871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755632871e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55632871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755632871e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55632871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755632871e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55632871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755632871e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55632871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755632871e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55632871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755632871e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55632871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755632871e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55632871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755632871e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55632871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755632871e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574675" y="2133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0" lang="en-US" sz="5400" u="sng">
                <a:solidFill>
                  <a:schemeClr val="lt1"/>
                </a:solidFill>
              </a:rPr>
              <a:t>To God Be the Glory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00100" y="4267200"/>
            <a:ext cx="7543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Fanny J. Crosby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William H. Doane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God be the glory,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things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hath done;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55632871e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 loved He the world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He gave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 His Son,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90512"/>
            <a:ext cx="8839200" cy="627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 yielded His life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 atonement for sin,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55632871e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opened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life-gate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all may go 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the earth </a:t>
            </a:r>
            <a:br>
              <a:rPr b="1" lang="en-US" sz="5900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hear His voice!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55632871e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 the people rejoice!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come to the Father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thro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Jesus the Son,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55632871e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give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Him the glory,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things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hath done.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perfect redemption,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purchase of blood,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55632871e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ev’ry believer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promise of God;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vilest offender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 truly believes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55632871e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moment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 Jesus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pardon receives.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55632871e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the earth </a:t>
            </a:r>
            <a:br>
              <a:rPr b="1" lang="en-US" sz="5900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hear His voice!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55632871e_0_3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 the people rejoice!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55632871e_0_8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come to the Father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thro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Jesus the Son,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55632871e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give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Him the glory,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things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hath done.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55632871e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things He hath taught us,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things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hath done,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great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rejoicing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thro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Jesus the Son;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purer, and higher</a:t>
            </a:r>
            <a:r>
              <a:rPr b="1" lang="en-US" sz="5900">
                <a:solidFill>
                  <a:schemeClr val="lt1"/>
                </a:solidFill>
              </a:rPr>
              <a:t>, 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greater will be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55632871e_0_48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wonder,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vict’ry,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Jesus we see!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55632871e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the earth </a:t>
            </a:r>
            <a:br>
              <a:rPr b="1" lang="en-US" sz="5900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hear His voice!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55632871e_0_5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 the people rejoice!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55632871e_0_8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come to the Father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thro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Jesus the Son,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55632871e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give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Him the glory,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things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hath done.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55632871e_0_6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the earth </a:t>
            </a:r>
            <a:br>
              <a:rPr b="1" lang="en-US" sz="5900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hear His voice!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55632871e_0_7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 the people rejoice!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55632871e_0_9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come to the Father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thro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Jesus the Son,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55632871e_0_8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give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Him the glory,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things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hath done.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