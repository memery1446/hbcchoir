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b/ZUKCxkdVz9NKHEhip8XU653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a1bd195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ca1bd19589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aa5756a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aa5756a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1bd1958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a1bd1958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aa5756a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caa5756ab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457200" y="2819171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Trust in God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</a:t>
            </a:r>
            <a:r>
              <a:rPr lang="en-US" sz="1800">
                <a:solidFill>
                  <a:schemeClr val="lt1"/>
                </a:solidFill>
              </a:rPr>
              <a:t>and Music by </a:t>
            </a:r>
            <a:r>
              <a:rPr lang="en-US" sz="1800">
                <a:solidFill>
                  <a:schemeClr val="lt1"/>
                </a:solidFill>
              </a:rPr>
              <a:t>Brandon Lake | Chris Brown | Mitch Wong | Steven Furtick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2023 Brandon Lake Music; Music by Elevation Worship Publishing; A Wong Made Write Publishing; Integrity's Praise! Music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Blessed assurance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Jesus is mine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He's been my fourth man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in the fire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Time after time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Born of His Spirit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Washed in His blood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what He did for me on Calvary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Is more than enough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trust in God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Savior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The One who will never fail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He will never fail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Perfect submission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All is at rest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know the author of tomorrow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Has ordered my steps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a1bd19589_0_4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So this is my story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And this is my song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I’m praising my risen King and Savior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All the day long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aa5756ab7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trust in God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Savior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The One who will never fail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He will never fail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a1bd19589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sought the Lord and He heard and He answered 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1" lang="en-US" sz="4200">
                <a:solidFill>
                  <a:schemeClr val="lt1"/>
                </a:solidFill>
              </a:rPr>
              <a:t>(sing 3x)</a:t>
            </a:r>
            <a:endParaRPr b="1" i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That’s why I trust Him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That’s why I trust Him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aa5756ab7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trust in God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Savior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The One who will never fail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He will never fail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1" lang="en-US" sz="4200">
                <a:solidFill>
                  <a:schemeClr val="lt1"/>
                </a:solidFill>
              </a:rPr>
              <a:t>(sing 2x)</a:t>
            </a:r>
            <a:endParaRPr b="1" i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