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Fjalla One"/>
      <p:regular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FjallaOne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626ae1f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" name="Google Shape;57;g3f626ae1f47_0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cab41710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" name="Google Shape;62;g3fbcab41710_1_12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cab4171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" name="Google Shape;67;g3fbcab41710_1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bcab41710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" name="Google Shape;72;g3fbcab41710_1_16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bcab41710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7" name="Google Shape;77;g3fbcab41710_1_28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e842a189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g3fbe842a189_1_12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be842a189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g3fbe842a189_1_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be842a189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g3fbe842a189_1_8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e842a189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g3fbe842a189_1_2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be842a189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" name="Google Shape;102;g3fbe842a189_1_16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be842a189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g3fbe842a189_1_2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223050" y="909450"/>
            <a:ext cx="8697900" cy="3324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rPr b="1" lang="en" sz="5900" u="sng">
                <a:solidFill>
                  <a:srgbClr val="FFFFFF"/>
                </a:solidFill>
                <a:latin typeface="Fjalla One"/>
                <a:ea typeface="Fjalla One"/>
                <a:cs typeface="Fjalla One"/>
                <a:sym typeface="Fjalla One"/>
              </a:rPr>
              <a:t>TRUST IN GOD</a:t>
            </a:r>
            <a:endParaRPr b="1" sz="5900" u="sng">
              <a:solidFill>
                <a:srgbClr val="FFFFFF"/>
              </a:solidFill>
              <a:latin typeface="Fjalla One"/>
              <a:ea typeface="Fjalla One"/>
              <a:cs typeface="Fjalla One"/>
              <a:sym typeface="Fjalla On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Words and Music by Brandon Lake | Chris Brown | Mitch Wong | Steven Furtick</a:t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© 2023 Brandon Lake Music; Music by Elevation Worship Publishing; A Wong Made Write Publishing; Integrity's Praise! Music. All rights reserved. Used by permission.</a:t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CCLI # 155095</a:t>
            </a: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Blessed assurance. 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Jesus is mine.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He's been my fourth man 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 the fire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time after time.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Born of His Spirit,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washed in His blood,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what He did for me 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Calvary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more than enough.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trust in God,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My Savior,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One who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i="1" lang="en" sz="4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(sing 2x)</a:t>
            </a:r>
            <a:endParaRPr i="1" sz="4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Perfect submission,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all is at rest.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know the author of tomorrow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has ordered my steps.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 this is my story,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this is my song.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I’m praising my risen King 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Savior all the day long.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9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trust in God,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My Savior,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One who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i="1" lang="en" sz="4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(sing 2x)</a:t>
            </a:r>
            <a:endParaRPr i="1" sz="4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sought the Lord and He heard and He answered</a:t>
            </a: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i="1" lang="en" sz="4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(sing 3x)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1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That’s why I trust in Him.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That’s why I trust in Him.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sought the Lord and He heard and He answered 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i="1" lang="en" sz="47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(sing 3x)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t/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That’s why I trust Him.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That’s why I trust in God, 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my Savior,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One who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 will never fail.</a:t>
            </a: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t/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4"/>
          <p:cNvSpPr txBox="1"/>
          <p:nvPr>
            <p:ph type="title"/>
          </p:nvPr>
        </p:nvSpPr>
        <p:spPr>
          <a:xfrm>
            <a:off x="152400" y="114300"/>
            <a:ext cx="8839200" cy="49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t/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 trust in God, </a:t>
            </a: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my Savior,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One who will never fail.</a:t>
            </a:r>
            <a:endParaRPr b="1" sz="4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en" sz="4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 will never fail.</a:t>
            </a:r>
            <a:r>
              <a:rPr b="1" lang="en" sz="5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t/>
            </a:r>
            <a:endParaRPr b="1" sz="5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