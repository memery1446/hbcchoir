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5143500" cx="9144000"/>
  <p:notesSz cx="6858000" cy="9144000"/>
  <p:embeddedFontLst>
    <p:embeddedFont>
      <p:font typeface="Fjalla One"/>
      <p:regular r:id="rId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FjallaOne-regular.fntdata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f626ae1f4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7" name="Google Shape;57;g3f626ae1f47_0_0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fb4efb6ef5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2" name="Google Shape;62;g3fb4efb6ef5_1_0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f626ae1f47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7" name="Google Shape;67;g3f626ae1f47_0_4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fb4efb6ef5_1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2" name="Google Shape;72;g3fb4efb6ef5_1_64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fb4efb6ef5_1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7" name="Google Shape;77;g3fb4efb6ef5_1_68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f864e47c17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g3f864e47c17_0_4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fb4eb37c4a_1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7" name="Google Shape;87;g3fb4eb37c4a_1_12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fb4efb6ef5_1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2" name="Google Shape;92;g3fb4efb6ef5_1_56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fb4efb71d8_1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7" name="Google Shape;97;g3fb4efb71d8_1_8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fb4efb71d8_1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2" name="Google Shape;102;g3fb4efb71d8_1_12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fb4efb71d8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7" name="Google Shape;107;g3fb4efb71d8_1_0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fb4efb71d8_1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2" name="Google Shape;112;g3fb4efb71d8_1_4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223050" y="755400"/>
            <a:ext cx="8697900" cy="36327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Arial"/>
              <a:buNone/>
            </a:pPr>
            <a:r>
              <a:rPr b="1" lang="en" sz="5900" u="sng">
                <a:solidFill>
                  <a:srgbClr val="FFFFFF"/>
                </a:solidFill>
                <a:latin typeface="Fjalla One"/>
                <a:ea typeface="Fjalla One"/>
                <a:cs typeface="Fjalla One"/>
                <a:sym typeface="Fjalla One"/>
              </a:rPr>
              <a:t>WONDERFUL, MERCIFUL</a:t>
            </a:r>
            <a:endParaRPr b="1" sz="5900" u="sng">
              <a:solidFill>
                <a:srgbClr val="FFFFFF"/>
              </a:solidFill>
              <a:latin typeface="Fjalla One"/>
              <a:ea typeface="Fjalla One"/>
              <a:cs typeface="Fjalla One"/>
              <a:sym typeface="Fjalla One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Arial"/>
              <a:buNone/>
            </a:pPr>
            <a:r>
              <a:rPr b="1" lang="en" sz="5900" u="sng">
                <a:solidFill>
                  <a:srgbClr val="FFFFFF"/>
                </a:solidFill>
                <a:latin typeface="Fjalla One"/>
                <a:ea typeface="Fjalla One"/>
                <a:cs typeface="Fjalla One"/>
                <a:sym typeface="Fjalla One"/>
              </a:rPr>
              <a:t>SAVIOR</a:t>
            </a:r>
            <a:endParaRPr b="1" sz="5900" u="sng">
              <a:solidFill>
                <a:srgbClr val="FFFFFF"/>
              </a:solidFill>
              <a:latin typeface="Fjalla One"/>
              <a:ea typeface="Fjalla One"/>
              <a:cs typeface="Fjalla One"/>
              <a:sym typeface="Fjalla One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3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36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Words and Music by Dawn Rodgers and Eric Wyse</a:t>
            </a: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36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© Copyright 1989 Word Music, LLC/Dayspring Music, LLC.  CCLI # 155095</a:t>
            </a: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/>
          <p:nvPr>
            <p:ph type="title"/>
          </p:nvPr>
        </p:nvSpPr>
        <p:spPr>
          <a:xfrm>
            <a:off x="152400" y="114300"/>
            <a:ext cx="8839200" cy="491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Wonderful, merciful Savior,</a:t>
            </a:r>
            <a:endParaRPr b="1" sz="5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Precious Redeemer and Friend,</a:t>
            </a:r>
            <a:endParaRPr b="1" sz="5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5"/>
          <p:cNvSpPr txBox="1"/>
          <p:nvPr>
            <p:ph type="title"/>
          </p:nvPr>
        </p:nvSpPr>
        <p:spPr>
          <a:xfrm>
            <a:off x="152400" y="114300"/>
            <a:ext cx="8839200" cy="491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Who would have thought </a:t>
            </a:r>
            <a:endParaRPr b="1" sz="5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that a Lamb could</a:t>
            </a:r>
            <a:endParaRPr b="1" sz="5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rescue the souls of man?</a:t>
            </a:r>
            <a:endParaRPr b="1" sz="5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Oh, You rescue </a:t>
            </a:r>
            <a:endParaRPr b="1" sz="5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the souls of man.</a:t>
            </a:r>
            <a:endParaRPr b="1" sz="5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6"/>
          <p:cNvSpPr txBox="1"/>
          <p:nvPr>
            <p:ph type="title"/>
          </p:nvPr>
        </p:nvSpPr>
        <p:spPr>
          <a:xfrm>
            <a:off x="152400" y="114300"/>
            <a:ext cx="8839200" cy="491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Counselor, Comforter, Keeper,</a:t>
            </a:r>
            <a:endParaRPr b="1" sz="5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Spirit we long to embrace,</a:t>
            </a:r>
            <a:endParaRPr b="1" sz="5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7"/>
          <p:cNvSpPr txBox="1"/>
          <p:nvPr>
            <p:ph type="title"/>
          </p:nvPr>
        </p:nvSpPr>
        <p:spPr>
          <a:xfrm>
            <a:off x="152400" y="114300"/>
            <a:ext cx="8839200" cy="491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You offer hope </a:t>
            </a:r>
            <a:endParaRPr b="1" sz="5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when our hearts have </a:t>
            </a:r>
            <a:endParaRPr b="1" sz="5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hopelessly lost our way.</a:t>
            </a:r>
            <a:endParaRPr b="1" sz="5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Oh, we’ve hopelessly </a:t>
            </a:r>
            <a:endParaRPr b="1" sz="5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lost the way.</a:t>
            </a:r>
            <a:endParaRPr b="1" sz="5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8"/>
          <p:cNvSpPr txBox="1"/>
          <p:nvPr>
            <p:ph type="title"/>
          </p:nvPr>
        </p:nvSpPr>
        <p:spPr>
          <a:xfrm>
            <a:off x="152400" y="114300"/>
            <a:ext cx="8839200" cy="491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You are the One that we praise,</a:t>
            </a:r>
            <a:endParaRPr b="1" sz="5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You are the One we adore,</a:t>
            </a:r>
            <a:endParaRPr b="1" sz="5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9"/>
          <p:cNvSpPr txBox="1"/>
          <p:nvPr>
            <p:ph type="title"/>
          </p:nvPr>
        </p:nvSpPr>
        <p:spPr>
          <a:xfrm>
            <a:off x="152400" y="114300"/>
            <a:ext cx="8839200" cy="491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You give the healing </a:t>
            </a:r>
            <a:endParaRPr b="1" sz="5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and grace our </a:t>
            </a:r>
            <a:endParaRPr b="1" sz="5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hearts always hunger for,</a:t>
            </a:r>
            <a:endParaRPr b="1" sz="5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oh, our hearts </a:t>
            </a:r>
            <a:endParaRPr b="1" sz="5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always hunger for.</a:t>
            </a:r>
            <a:endParaRPr b="1" sz="5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0"/>
          <p:cNvSpPr txBox="1"/>
          <p:nvPr>
            <p:ph type="title"/>
          </p:nvPr>
        </p:nvSpPr>
        <p:spPr>
          <a:xfrm>
            <a:off x="152400" y="114300"/>
            <a:ext cx="8839200" cy="491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Almighty, infinite Father,</a:t>
            </a:r>
            <a:endParaRPr b="1" sz="5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faithfully loving Your own,</a:t>
            </a:r>
            <a:endParaRPr b="1" sz="5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1"/>
          <p:cNvSpPr txBox="1"/>
          <p:nvPr>
            <p:ph type="title"/>
          </p:nvPr>
        </p:nvSpPr>
        <p:spPr>
          <a:xfrm>
            <a:off x="152400" y="114300"/>
            <a:ext cx="8839200" cy="491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Here in our weakness </a:t>
            </a:r>
            <a:endParaRPr b="1" sz="5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You find us</a:t>
            </a:r>
            <a:endParaRPr b="1" sz="5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falling before Your throne.</a:t>
            </a:r>
            <a:endParaRPr b="1" sz="5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Oh, we're falling </a:t>
            </a:r>
            <a:endParaRPr b="1" sz="5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before Your throne.</a:t>
            </a:r>
            <a:endParaRPr b="1" sz="5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2"/>
          <p:cNvSpPr txBox="1"/>
          <p:nvPr>
            <p:ph type="title"/>
          </p:nvPr>
        </p:nvSpPr>
        <p:spPr>
          <a:xfrm>
            <a:off x="152400" y="114300"/>
            <a:ext cx="8839200" cy="491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You are the One that we praise,</a:t>
            </a:r>
            <a:endParaRPr b="1" sz="5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You are the One we adore,</a:t>
            </a:r>
            <a:endParaRPr b="1" sz="5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3"/>
          <p:cNvSpPr txBox="1"/>
          <p:nvPr>
            <p:ph type="title"/>
          </p:nvPr>
        </p:nvSpPr>
        <p:spPr>
          <a:xfrm>
            <a:off x="152400" y="114300"/>
            <a:ext cx="8839200" cy="491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You give the healing </a:t>
            </a:r>
            <a:endParaRPr b="1" sz="5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and grace our </a:t>
            </a:r>
            <a:endParaRPr b="1" sz="5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hearts always hunger for,</a:t>
            </a:r>
            <a:endParaRPr b="1" sz="5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oh, our hearts </a:t>
            </a:r>
            <a:endParaRPr b="1" sz="5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always hunger for.</a:t>
            </a:r>
            <a:endParaRPr b="1" sz="5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4"/>
          <p:cNvSpPr txBox="1"/>
          <p:nvPr>
            <p:ph type="title"/>
          </p:nvPr>
        </p:nvSpPr>
        <p:spPr>
          <a:xfrm>
            <a:off x="152400" y="114300"/>
            <a:ext cx="8839200" cy="491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You are the One that we praise,</a:t>
            </a:r>
            <a:endParaRPr b="1" sz="5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You are the One we adore,</a:t>
            </a:r>
            <a:endParaRPr b="1" sz="5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5"/>
          <p:cNvSpPr txBox="1"/>
          <p:nvPr>
            <p:ph type="title"/>
          </p:nvPr>
        </p:nvSpPr>
        <p:spPr>
          <a:xfrm>
            <a:off x="152400" y="114300"/>
            <a:ext cx="8839200" cy="491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You give the healing </a:t>
            </a:r>
            <a:endParaRPr b="1" sz="5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and grace our </a:t>
            </a:r>
            <a:endParaRPr b="1" sz="5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hearts always hunger for,</a:t>
            </a:r>
            <a:endParaRPr b="1" sz="5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oh, our hearts </a:t>
            </a:r>
            <a:endParaRPr b="1" sz="5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always hunger for.</a:t>
            </a:r>
            <a:endParaRPr b="1" sz="5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