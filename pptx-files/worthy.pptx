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Fjalla One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FjallaOne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6265f74f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f6265f74f4_0_1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6265f74f4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f6265f74f4_0_2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6265f74f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f6265f74f4_0_2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6265f74f4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f6265f74f4_0_2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6265f74f4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f6265f74f4_0_2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725dbc0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f725dbc07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5cb9072cf032502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h5cb9072cf0325027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5cb9072cf0325027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h5cb9072cf0325027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6265f74f4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f6265f74f4_0_2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6265f74f4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f6265f74f4_0_2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5cb9072cf0325027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h5cb9072cf0325027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5cb9072cf032502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h5cb9072cf0325027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7261ab7a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f7261ab7aa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7" name="Google Shape;107;p2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3">
  <p:cSld name="TITLE_AND_BODY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1">
  <p:cSld name="TITLE_AND_BODY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2">
  <p:cSld name="TITLE_AND_BODY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/>
        </p:nvSpPr>
        <p:spPr>
          <a:xfrm>
            <a:off x="223050" y="1047900"/>
            <a:ext cx="8697900" cy="304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WORTHY OF WORSHIP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by Terry W. York  I  Music by Mark Blankenship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Copyright 1988 Van Ness Press, Inc. (ASCAP)/McKinney Music, Inc. (BMI) 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(admin. by LifeWay Worship) All rights reserved.  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/>
        </p:nvSpPr>
        <p:spPr>
          <a:xfrm>
            <a:off x="223050" y="1133400"/>
            <a:ext cx="8697900" cy="2876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worship,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praise,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honor and glory.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/>
        </p:nvSpPr>
        <p:spPr>
          <a:xfrm>
            <a:off x="223050" y="698550"/>
            <a:ext cx="8697900" cy="374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all the</a:t>
            </a:r>
            <a:endParaRPr b="1" sz="5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glad songs we can sing,</a:t>
            </a:r>
            <a:endParaRPr b="1" sz="5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all of the </a:t>
            </a:r>
            <a:endParaRPr b="1" sz="5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off’rings we bring,</a:t>
            </a:r>
            <a:endParaRPr b="1" sz="5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worthy,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Father, Creator.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worthy,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Savior, Sustainer.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worthy,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and wonderful,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worship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praise.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/>
        </p:nvSpPr>
        <p:spPr>
          <a:xfrm>
            <a:off x="223050" y="1133400"/>
            <a:ext cx="8697900" cy="2876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rev’rence,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fear,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love and devotion,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bowing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bending of knees,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all this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added to these…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worthy,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Father, Creator.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worthy,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Savior, Sustainer.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worthy,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and wonderful,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worship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praise.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Almighty Father,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Master and Lord,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King of all kings and Redeemer,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Wonderful Counselor,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Comforter, Friend,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Savior and Source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our life without end,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worthy,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Father, Creator.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worthy,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Savior, Sustainer.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worthy,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and wonderful,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worship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praise,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/>
          <p:nvPr/>
        </p:nvSpPr>
        <p:spPr>
          <a:xfrm>
            <a:off x="223050" y="1602450"/>
            <a:ext cx="8697900" cy="1938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worship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praise.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