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Fjalla One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FjallaOne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6265f74f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f6265f74f4_0_1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6cb0c0cb433030b6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h6cb0c0cb433030b6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1c7b75876c20076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h1c7b75876c200767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6cb0c0cb433030b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h6cb0c0cb433030b6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6cb0c0cb433030b6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h6cb0c0cb433030b6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6cb0c0cb433030b6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h6cb0c0cb433030b6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6cb0c0cb433030b6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h6cb0c0cb433030b6_1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h48a1370cc4a8870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h48a1370cc4a8870b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48a1370cc4a8870b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h48a1370cc4a8870b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48a1370cc4a8870b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h48a1370cc4a8870b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48a1370cc4a8870b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h48a1370cc4a8870b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48a1370cc4a8870b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h48a1370cc4a8870b_1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48a1370cc4a8870b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h48a1370cc4a8870b_1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h48a1370cc4a8870b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h48a1370cc4a8870b_1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48a1370cc4a8870b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h48a1370cc4a8870b_1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h48a1370cc4a8870b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h48a1370cc4a8870b_1_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48a1370cc4a8870b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h48a1370cc4a8870b_1_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7" name="Google Shape;107;p22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3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5" name="Google Shape;115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3">
  <p:cSld name="TITLE_AND_BODY_4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1">
  <p:cSld name="TITLE_AND_BODY_2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8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28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2">
  <p:cSld name="TITLE_AND_BODY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9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7" name="Google Shape;147;p29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 txBox="1"/>
          <p:nvPr/>
        </p:nvSpPr>
        <p:spPr>
          <a:xfrm>
            <a:off x="223050" y="593850"/>
            <a:ext cx="8697900" cy="3955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YET NOT I BUT THROUGH</a:t>
            </a:r>
            <a:b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</a:b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CHRIST IN ME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by Jonny Robinson | Michael Farren | Rich Thompson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© 2018 CityAlight Music; Farren Love And War Publishing; 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Integrity's Alleluia! Music. All rights reserved. Used by permission. CCLI #155095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gift of grace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Jesus my redeemer.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 is no more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heaven now to give.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is my joy,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righteousness and freedom,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steadfast love,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deep and boundless peace.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this I hold: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hope is only Jesus,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my life is wholly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bound to his.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/>
          <p:nvPr/>
        </p:nvSpPr>
        <p:spPr>
          <a:xfrm>
            <a:off x="223050" y="367500"/>
            <a:ext cx="8697900" cy="4408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 how strange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divine,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can sing: all is mine!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Yet not I, but through Christ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5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night is dark,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but I am not forsaken,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by my side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Saviour, He will stay.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labour on in weakness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rejoicing,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in my need,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his power is displayed.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this I hold: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Shepherd will defend 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Through the deepest valley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will lead.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8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 the night has been won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shall overcome!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Yet not I, but through Christ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9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fate I dread,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know I am forgiven,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future sure, the price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 has been paid.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0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Jesus bled a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nd suffered for my pardon,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He was raised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overthrow the grave.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1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this I hold: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sin has been defeated!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Jesus now and ever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my plea.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2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 the chains are released,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can sing: I am free!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Yet not I, but through Christ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 every breath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long to follow Jesus,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He has said that He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will bring me home.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day by day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know He will renew me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until I stand with joy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before the throne.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5"/>
          <p:cNvSpPr txBox="1"/>
          <p:nvPr/>
        </p:nvSpPr>
        <p:spPr>
          <a:xfrm>
            <a:off x="223050" y="367500"/>
            <a:ext cx="8697900" cy="4408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this I hold: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hope is only Jesus.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the glory evermore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him.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(***)</a:t>
            </a:r>
            <a:endParaRPr b="1" sz="4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 txBox="1"/>
          <p:nvPr/>
        </p:nvSpPr>
        <p:spPr>
          <a:xfrm>
            <a:off x="223050" y="429150"/>
            <a:ext cx="8697900" cy="4285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When the race is complete,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still my lips shall repeat: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Yet not I, but through Christ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2x)</a:t>
            </a:r>
            <a:endParaRPr i="1" sz="4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7"/>
          <p:cNvSpPr txBox="1"/>
          <p:nvPr/>
        </p:nvSpPr>
        <p:spPr>
          <a:xfrm>
            <a:off x="223050" y="1668600"/>
            <a:ext cx="8697900" cy="1806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Yet not I, but through Christ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