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jalla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FjallaOne-regular.fnt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64e47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864e47c1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64e47c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864e47c1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6ae1f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626ae1f4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26ae1f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626ae1f4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26ae1f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26ae1f4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585d8c2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6585d8c2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64e47c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864e47c1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585d8c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6585d8c2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64e47c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864e47c1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64e47c1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864e47c1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64e47c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864e47c17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64e47c1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864e47c17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64e47c1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864e47c17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64e47c1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f864e47c17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09500"/>
            <a:ext cx="8697900" cy="312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43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YOU ARE GOD ALONE</a:t>
            </a:r>
            <a:endParaRPr b="1" sz="43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Music: Billy J. Foote | Cindy Foote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2004 Billy Foote Music; Integrity's Hosanna! Music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created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human hands.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dependent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any mortal man.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in need of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anything we can give.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Your plan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just the way it is.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created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human hands.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dependent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any mortal man.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not a god in need of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anything we can give.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Your plan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just the way it is.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before time began.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were on Your throne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 now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good times and bad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on Your throne,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unchangeable,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unshakable,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unstoppable,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what You are.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unchangeable,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unshakable,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unstoppable,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what You are.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the only God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whose power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none can contend.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the only God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whose name and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will never end.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the only God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who's worthy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ev'rything we can give.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just the way it is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before time began.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were on Your throne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 now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good times and bad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on Your throne,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unchangeable,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unshakable,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unstoppable,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what You are.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unchangeable,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unshakable,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unstoppable,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that's what You are.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before time began.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were on Your throne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 now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good times and bad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on Your throne,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God alone,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God alone!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